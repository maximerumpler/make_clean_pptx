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notesMasterIdLst>
    <p:notesMasterId r:id="rId5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231bbd05-d4b7-5f81-89fa-76b862edaecf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Message" id="{654d0dda-953f-55a1-8c40-6f183976eb54}">
          <p14:sldIdLst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ontent" id="{680341f9-ae89-5045-8310-774bd47b6189}">
          <p14:sldIdLst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</p14:sldIdLst>
        </p14:section>
        <p14:section name="Data and decision" id="{bdd555b3-da6a-5145-9008-528574a0363d}">
          <p14:sldIdLst>
            <p14:sldId id="296"/>
            <p14:sldId id="297"/>
            <p14:sldId id="298"/>
            <p14:sldId id="299"/>
            <p14:sldId id="300"/>
            <p14:sldId id="301"/>
          </p14:sldIdLst>
        </p14:section>
        <p14:section name="Closing and editorial" id="{c36b8ea4-3897-5e88-808f-1ffe6813424e}">
          <p14:sldIdLst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"/>
          <p:cNvSpPr/>
          <p:nvPr/>
        </p:nvSpPr>
        <p:spPr>
          <a:xfrm>
            <a:off x="548640" y="457200"/>
            <a:ext cx="1463040" cy="457200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3" name="Kicker"/>
          <p:cNvSpPr/>
          <p:nvPr/>
        </p:nvSpPr>
        <p:spPr>
          <a:xfrm>
            <a:off x="548640" y="2103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Context or event</a:t>
            </a:r>
            <a:endParaRPr lang="en-US" sz="1000" dirty="0"/>
          </a:p>
        </p:txBody>
      </p:sp>
      <p:sp>
        <p:nvSpPr>
          <p:cNvPr id="4" name="Title"/>
          <p:cNvSpPr/>
          <p:nvPr/>
        </p:nvSpPr>
        <p:spPr>
          <a:xfrm>
            <a:off x="548640" y="246888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Presentation title</a:t>
            </a:r>
            <a:endParaRPr lang="en-US" sz="4000" dirty="0"/>
          </a:p>
        </p:txBody>
      </p:sp>
      <p:sp>
        <p:nvSpPr>
          <p:cNvPr id="5" name="Subtitle"/>
          <p:cNvSpPr/>
          <p:nvPr/>
        </p:nvSpPr>
        <p:spPr>
          <a:xfrm>
            <a:off x="548640" y="43434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this presentation is about, in one line</a:t>
            </a:r>
            <a:endParaRPr lang="en-US" sz="1600" dirty="0"/>
          </a:p>
        </p:txBody>
      </p:sp>
      <p:sp>
        <p:nvSpPr>
          <p:cNvPr id="6" name="Decoration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5760720"/>
            <a:ext cx="11094415" cy="91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7" name="Author"/>
          <p:cNvSpPr/>
          <p:nvPr/>
        </p:nvSpPr>
        <p:spPr>
          <a:xfrm>
            <a:off x="548640" y="5897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Author or team</a:t>
            </a:r>
            <a:endParaRPr lang="en-US" sz="1000" dirty="0"/>
          </a:p>
        </p:txBody>
      </p:sp>
      <p:sp>
        <p:nvSpPr>
          <p:cNvPr id="8" name="Date"/>
          <p:cNvSpPr/>
          <p:nvPr/>
        </p:nvSpPr>
        <p:spPr>
          <a:xfrm>
            <a:off x="4480560" y="5897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Date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2103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Context or event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2468880"/>
            <a:ext cx="8778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Presentation title</a:t>
            </a:r>
            <a:endParaRPr lang="en-US" sz="4000" dirty="0"/>
          </a:p>
        </p:txBody>
      </p:sp>
      <p:sp>
        <p:nvSpPr>
          <p:cNvPr id="4" name="Subtitle"/>
          <p:cNvSpPr/>
          <p:nvPr/>
        </p:nvSpPr>
        <p:spPr>
          <a:xfrm>
            <a:off x="548640" y="43434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What this presentation is about, in one line</a:t>
            </a:r>
            <a:endParaRPr lang="en-US" sz="1600" dirty="0"/>
          </a:p>
        </p:txBody>
      </p:sp>
      <p:sp>
        <p:nvSpPr>
          <p:cNvPr id="5" name="Decoration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5760720"/>
            <a:ext cx="11094415" cy="91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6" name="Author"/>
          <p:cNvSpPr/>
          <p:nvPr/>
        </p:nvSpPr>
        <p:spPr>
          <a:xfrm>
            <a:off x="548640" y="5897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Author or team</a:t>
            </a:r>
            <a:endParaRPr lang="en-US" sz="1000" dirty="0"/>
          </a:p>
        </p:txBody>
      </p:sp>
      <p:sp>
        <p:nvSpPr>
          <p:cNvPr id="7" name="Date"/>
          <p:cNvSpPr/>
          <p:nvPr/>
        </p:nvSpPr>
        <p:spPr>
          <a:xfrm>
            <a:off x="4480560" y="5897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Date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ation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1737360"/>
            <a:ext cx="11094415" cy="91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3" name="Title"/>
          <p:cNvSpPr/>
          <p:nvPr/>
        </p:nvSpPr>
        <p:spPr>
          <a:xfrm>
            <a:off x="548640" y="2057400"/>
            <a:ext cx="110944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54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Short title</a:t>
            </a:r>
            <a:endParaRPr lang="en-US" sz="5400" dirty="0"/>
          </a:p>
        </p:txBody>
      </p:sp>
      <p:sp>
        <p:nvSpPr>
          <p:cNvPr id="4" name="Subtitle"/>
          <p:cNvSpPr/>
          <p:nvPr/>
        </p:nvSpPr>
        <p:spPr>
          <a:xfrm>
            <a:off x="2377440" y="4343400"/>
            <a:ext cx="7436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One line that sets the scene</a:t>
            </a:r>
            <a:endParaRPr lang="en-US" sz="1600" dirty="0"/>
          </a:p>
        </p:txBody>
      </p:sp>
      <p:sp>
        <p:nvSpPr>
          <p:cNvPr id="5" name="Decoration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5120640"/>
            <a:ext cx="11094415" cy="91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6" name="Date"/>
          <p:cNvSpPr/>
          <p:nvPr/>
        </p:nvSpPr>
        <p:spPr>
          <a:xfrm>
            <a:off x="548640" y="60350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Date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hoto"/>
          <p:cNvSpPr/>
          <p:nvPr/>
        </p:nvSpPr>
        <p:spPr>
          <a:xfrm>
            <a:off x="6095848" y="0"/>
            <a:ext cx="6095848" cy="68580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" name="Kicker"/>
          <p:cNvSpPr/>
          <p:nvPr/>
        </p:nvSpPr>
        <p:spPr>
          <a:xfrm>
            <a:off x="548640" y="20116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Context or event</a:t>
            </a:r>
            <a:endParaRPr lang="en-US" sz="1000" dirty="0"/>
          </a:p>
        </p:txBody>
      </p:sp>
      <p:sp>
        <p:nvSpPr>
          <p:cNvPr id="4" name="Title"/>
          <p:cNvSpPr/>
          <p:nvPr/>
        </p:nvSpPr>
        <p:spPr>
          <a:xfrm>
            <a:off x="548640" y="237744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Presentation title</a:t>
            </a:r>
            <a:endParaRPr lang="en-US" sz="4000" dirty="0"/>
          </a:p>
        </p:txBody>
      </p:sp>
      <p:sp>
        <p:nvSpPr>
          <p:cNvPr id="5" name="Subtitle"/>
          <p:cNvSpPr/>
          <p:nvPr/>
        </p:nvSpPr>
        <p:spPr>
          <a:xfrm>
            <a:off x="548640" y="44805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this presentation is about</a:t>
            </a:r>
            <a:endParaRPr lang="en-US" sz="1600" dirty="0"/>
          </a:p>
        </p:txBody>
      </p:sp>
      <p:sp>
        <p:nvSpPr>
          <p:cNvPr id="6" name="Author"/>
          <p:cNvSpPr/>
          <p:nvPr/>
        </p:nvSpPr>
        <p:spPr>
          <a:xfrm>
            <a:off x="548640" y="5897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Author or team</a:t>
            </a:r>
            <a:endParaRPr lang="en-US" sz="1000" dirty="0"/>
          </a:p>
        </p:txBody>
      </p:sp>
      <p:sp>
        <p:nvSpPr>
          <p:cNvPr id="7" name="Date"/>
          <p:cNvSpPr/>
          <p:nvPr/>
        </p:nvSpPr>
        <p:spPr>
          <a:xfrm>
            <a:off x="4480560" y="5897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ation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Kicker"/>
          <p:cNvSpPr/>
          <p:nvPr/>
        </p:nvSpPr>
        <p:spPr>
          <a:xfrm>
            <a:off x="548640" y="7315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Context or event</a:t>
            </a:r>
            <a:endParaRPr lang="en-US" sz="1000" dirty="0"/>
          </a:p>
        </p:txBody>
      </p:sp>
      <p:sp>
        <p:nvSpPr>
          <p:cNvPr id="4" name="Date"/>
          <p:cNvSpPr/>
          <p:nvPr/>
        </p:nvSpPr>
        <p:spPr>
          <a:xfrm>
            <a:off x="548640" y="5897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Date</a:t>
            </a:r>
            <a:endParaRPr lang="en-US" sz="1000" dirty="0"/>
          </a:p>
        </p:txBody>
      </p:sp>
      <p:sp>
        <p:nvSpPr>
          <p:cNvPr id="5" name="Title"/>
          <p:cNvSpPr/>
          <p:nvPr/>
        </p:nvSpPr>
        <p:spPr>
          <a:xfrm>
            <a:off x="4480560" y="2286000"/>
            <a:ext cx="7132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Presentation title</a:t>
            </a:r>
            <a:endParaRPr lang="en-US" sz="4000" dirty="0"/>
          </a:p>
        </p:txBody>
      </p:sp>
      <p:sp>
        <p:nvSpPr>
          <p:cNvPr id="6" name="Subtitle"/>
          <p:cNvSpPr/>
          <p:nvPr/>
        </p:nvSpPr>
        <p:spPr>
          <a:xfrm>
            <a:off x="4480560" y="416052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this presentation is about, in one line</a:t>
            </a:r>
            <a:endParaRPr lang="en-US" sz="1600" dirty="0"/>
          </a:p>
        </p:txBody>
      </p:sp>
      <p:sp>
        <p:nvSpPr>
          <p:cNvPr id="7" name="Author"/>
          <p:cNvSpPr/>
          <p:nvPr/>
        </p:nvSpPr>
        <p:spPr>
          <a:xfrm>
            <a:off x="4480560" y="5897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Author or team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Agenda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Item 1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103120"/>
            <a:ext cx="5410048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6" name="Number 1"/>
          <p:cNvSpPr/>
          <p:nvPr/>
        </p:nvSpPr>
        <p:spPr>
          <a:xfrm>
            <a:off x="548640" y="22402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chemeClr val="tx1">
                    <a:lumMod val="50000"/>
                    <a:lumOff val="40000"/>
                  </a:schemeClr>
                </a:solidFill>
                <a:latin typeface="+mj-lt"/>
                <a:ea typeface="+mj-ea"/>
                <a:cs typeface="+mj-cs"/>
              </a:rPr>
              <a:t>01</a:t>
            </a:r>
            <a:endParaRPr lang="en-US" sz="2400" dirty="0"/>
          </a:p>
        </p:txBody>
      </p:sp>
      <p:sp>
        <p:nvSpPr>
          <p:cNvPr id="7" name="Item 1"/>
          <p:cNvSpPr/>
          <p:nvPr/>
        </p:nvSpPr>
        <p:spPr>
          <a:xfrm>
            <a:off x="1463040" y="2267712"/>
            <a:ext cx="449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Part 1 title</a:t>
            </a:r>
            <a:endParaRPr lang="en-US" sz="1600" dirty="0"/>
          </a:p>
        </p:txBody>
      </p:sp>
      <p:sp>
        <p:nvSpPr>
          <p:cNvPr id="8" name="Item 1 detail"/>
          <p:cNvSpPr/>
          <p:nvPr/>
        </p:nvSpPr>
        <p:spPr>
          <a:xfrm>
            <a:off x="1463040" y="2670048"/>
            <a:ext cx="449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Short description of this part</a:t>
            </a:r>
            <a:endParaRPr lang="en-US" sz="1200" dirty="0"/>
          </a:p>
        </p:txBody>
      </p:sp>
      <p:sp>
        <p:nvSpPr>
          <p:cNvPr id="9" name="Item 2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33008" y="2103120"/>
            <a:ext cx="5410048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0" name="Number 2"/>
          <p:cNvSpPr/>
          <p:nvPr/>
        </p:nvSpPr>
        <p:spPr>
          <a:xfrm>
            <a:off x="6233008" y="22402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chemeClr val="tx1">
                    <a:lumMod val="50000"/>
                    <a:lumOff val="40000"/>
                  </a:schemeClr>
                </a:solidFill>
                <a:latin typeface="+mj-lt"/>
                <a:ea typeface="+mj-ea"/>
                <a:cs typeface="+mj-cs"/>
              </a:rPr>
              <a:t>02</a:t>
            </a:r>
            <a:endParaRPr lang="en-US" sz="2400" dirty="0"/>
          </a:p>
        </p:txBody>
      </p:sp>
      <p:sp>
        <p:nvSpPr>
          <p:cNvPr id="11" name="Item 2"/>
          <p:cNvSpPr/>
          <p:nvPr/>
        </p:nvSpPr>
        <p:spPr>
          <a:xfrm>
            <a:off x="7147408" y="2267712"/>
            <a:ext cx="449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Part 2 title</a:t>
            </a:r>
            <a:endParaRPr lang="en-US" sz="1600" dirty="0"/>
          </a:p>
        </p:txBody>
      </p:sp>
      <p:sp>
        <p:nvSpPr>
          <p:cNvPr id="12" name="Item 2 detail"/>
          <p:cNvSpPr/>
          <p:nvPr/>
        </p:nvSpPr>
        <p:spPr>
          <a:xfrm>
            <a:off x="7147408" y="2670048"/>
            <a:ext cx="449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Short description of this part</a:t>
            </a:r>
            <a:endParaRPr lang="en-US" sz="1200" dirty="0"/>
          </a:p>
        </p:txBody>
      </p:sp>
      <p:sp>
        <p:nvSpPr>
          <p:cNvPr id="13" name="Item 3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3429000"/>
            <a:ext cx="5410048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4" name="Number 3"/>
          <p:cNvSpPr/>
          <p:nvPr/>
        </p:nvSpPr>
        <p:spPr>
          <a:xfrm>
            <a:off x="548640" y="356616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chemeClr val="tx1">
                    <a:lumMod val="50000"/>
                    <a:lumOff val="40000"/>
                  </a:schemeClr>
                </a:solidFill>
                <a:latin typeface="+mj-lt"/>
                <a:ea typeface="+mj-ea"/>
                <a:cs typeface="+mj-cs"/>
              </a:rPr>
              <a:t>03</a:t>
            </a:r>
            <a:endParaRPr lang="en-US" sz="2400" dirty="0"/>
          </a:p>
        </p:txBody>
      </p:sp>
      <p:sp>
        <p:nvSpPr>
          <p:cNvPr id="15" name="Item 3"/>
          <p:cNvSpPr/>
          <p:nvPr/>
        </p:nvSpPr>
        <p:spPr>
          <a:xfrm>
            <a:off x="1463040" y="3593592"/>
            <a:ext cx="449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Part 3 title</a:t>
            </a:r>
            <a:endParaRPr lang="en-US" sz="1600" dirty="0"/>
          </a:p>
        </p:txBody>
      </p:sp>
      <p:sp>
        <p:nvSpPr>
          <p:cNvPr id="16" name="Item 3 detail"/>
          <p:cNvSpPr/>
          <p:nvPr/>
        </p:nvSpPr>
        <p:spPr>
          <a:xfrm>
            <a:off x="1463040" y="3995928"/>
            <a:ext cx="449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Short description of this part</a:t>
            </a:r>
            <a:endParaRPr lang="en-US" sz="1200" dirty="0"/>
          </a:p>
        </p:txBody>
      </p:sp>
      <p:sp>
        <p:nvSpPr>
          <p:cNvPr id="17" name="Item 4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33008" y="3429000"/>
            <a:ext cx="5410048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8" name="Number 4"/>
          <p:cNvSpPr/>
          <p:nvPr/>
        </p:nvSpPr>
        <p:spPr>
          <a:xfrm>
            <a:off x="6233008" y="356616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chemeClr val="tx1">
                    <a:lumMod val="50000"/>
                    <a:lumOff val="40000"/>
                  </a:schemeClr>
                </a:solidFill>
                <a:latin typeface="+mj-lt"/>
                <a:ea typeface="+mj-ea"/>
                <a:cs typeface="+mj-cs"/>
              </a:rPr>
              <a:t>04</a:t>
            </a:r>
            <a:endParaRPr lang="en-US" sz="2400" dirty="0"/>
          </a:p>
        </p:txBody>
      </p:sp>
      <p:sp>
        <p:nvSpPr>
          <p:cNvPr id="19" name="Item 4"/>
          <p:cNvSpPr/>
          <p:nvPr/>
        </p:nvSpPr>
        <p:spPr>
          <a:xfrm>
            <a:off x="7147408" y="3593592"/>
            <a:ext cx="449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Part 4 title</a:t>
            </a:r>
            <a:endParaRPr lang="en-US" sz="1600" dirty="0"/>
          </a:p>
        </p:txBody>
      </p:sp>
      <p:sp>
        <p:nvSpPr>
          <p:cNvPr id="20" name="Item 4 detail"/>
          <p:cNvSpPr/>
          <p:nvPr/>
        </p:nvSpPr>
        <p:spPr>
          <a:xfrm>
            <a:off x="7147408" y="3995928"/>
            <a:ext cx="449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Short description of this part</a:t>
            </a:r>
            <a:endParaRPr lang="en-US" sz="1200" dirty="0"/>
          </a:p>
        </p:txBody>
      </p:sp>
      <p:sp>
        <p:nvSpPr>
          <p:cNvPr id="21" name="Item 5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4754880"/>
            <a:ext cx="5410048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22" name="Number 5"/>
          <p:cNvSpPr/>
          <p:nvPr/>
        </p:nvSpPr>
        <p:spPr>
          <a:xfrm>
            <a:off x="548640" y="48920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chemeClr val="tx1">
                    <a:lumMod val="50000"/>
                    <a:lumOff val="40000"/>
                  </a:schemeClr>
                </a:solidFill>
                <a:latin typeface="+mj-lt"/>
                <a:ea typeface="+mj-ea"/>
                <a:cs typeface="+mj-cs"/>
              </a:rPr>
              <a:t>05</a:t>
            </a:r>
            <a:endParaRPr lang="en-US" sz="2400" dirty="0"/>
          </a:p>
        </p:txBody>
      </p:sp>
      <p:sp>
        <p:nvSpPr>
          <p:cNvPr id="23" name="Item 5"/>
          <p:cNvSpPr/>
          <p:nvPr/>
        </p:nvSpPr>
        <p:spPr>
          <a:xfrm>
            <a:off x="1463040" y="4919472"/>
            <a:ext cx="449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Part 5 title</a:t>
            </a:r>
            <a:endParaRPr lang="en-US" sz="1600" dirty="0"/>
          </a:p>
        </p:txBody>
      </p:sp>
      <p:sp>
        <p:nvSpPr>
          <p:cNvPr id="24" name="Item 5 detail"/>
          <p:cNvSpPr/>
          <p:nvPr/>
        </p:nvSpPr>
        <p:spPr>
          <a:xfrm>
            <a:off x="1463040" y="5321808"/>
            <a:ext cx="449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Short description of this part</a:t>
            </a:r>
            <a:endParaRPr lang="en-US" sz="1200" dirty="0"/>
          </a:p>
        </p:txBody>
      </p:sp>
      <p:sp>
        <p:nvSpPr>
          <p:cNvPr id="25" name="Item 6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33008" y="4754880"/>
            <a:ext cx="5410048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26" name="Number 6"/>
          <p:cNvSpPr/>
          <p:nvPr/>
        </p:nvSpPr>
        <p:spPr>
          <a:xfrm>
            <a:off x="6233008" y="48920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chemeClr val="tx1">
                    <a:lumMod val="50000"/>
                    <a:lumOff val="40000"/>
                  </a:schemeClr>
                </a:solidFill>
                <a:latin typeface="+mj-lt"/>
                <a:ea typeface="+mj-ea"/>
                <a:cs typeface="+mj-cs"/>
              </a:rPr>
              <a:t>06</a:t>
            </a:r>
            <a:endParaRPr lang="en-US" sz="2400" dirty="0"/>
          </a:p>
        </p:txBody>
      </p:sp>
      <p:sp>
        <p:nvSpPr>
          <p:cNvPr id="27" name="Item 6"/>
          <p:cNvSpPr/>
          <p:nvPr/>
        </p:nvSpPr>
        <p:spPr>
          <a:xfrm>
            <a:off x="7147408" y="4919472"/>
            <a:ext cx="449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Part 6 title</a:t>
            </a:r>
            <a:endParaRPr lang="en-US" sz="1600" dirty="0"/>
          </a:p>
        </p:txBody>
      </p:sp>
      <p:sp>
        <p:nvSpPr>
          <p:cNvPr id="28" name="Item 6 detail"/>
          <p:cNvSpPr/>
          <p:nvPr/>
        </p:nvSpPr>
        <p:spPr>
          <a:xfrm>
            <a:off x="7147408" y="5321808"/>
            <a:ext cx="449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Short description of this part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Programme</a:t>
            </a:r>
            <a:endParaRPr lang="en-US" sz="2600" dirty="0"/>
          </a:p>
        </p:txBody>
      </p:sp>
      <p:sp>
        <p:nvSpPr>
          <p:cNvPr id="4" name="Subtitle"/>
          <p:cNvSpPr/>
          <p:nvPr/>
        </p:nvSpPr>
        <p:spPr>
          <a:xfrm>
            <a:off x="548640" y="1572768"/>
            <a:ext cx="83208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One line that frames the slide</a:t>
            </a:r>
            <a:endParaRPr lang="en-US" sz="1600" dirty="0"/>
          </a:p>
        </p:txBody>
      </p:sp>
      <p:sp>
        <p:nvSpPr>
          <p:cNvPr id="5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6" name="Decoration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103120"/>
            <a:ext cx="11094415" cy="91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7" name="Time 1"/>
          <p:cNvSpPr/>
          <p:nvPr/>
        </p:nvSpPr>
        <p:spPr>
          <a:xfrm>
            <a:off x="548640" y="224942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00:00</a:t>
            </a:r>
            <a:endParaRPr lang="en-US" sz="1600" dirty="0"/>
          </a:p>
        </p:txBody>
      </p:sp>
      <p:sp>
        <p:nvSpPr>
          <p:cNvPr id="8" name="Session 1"/>
          <p:cNvSpPr/>
          <p:nvPr/>
        </p:nvSpPr>
        <p:spPr>
          <a:xfrm>
            <a:off x="2011680" y="224942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Session title</a:t>
            </a:r>
            <a:endParaRPr lang="en-US" sz="1400" dirty="0"/>
          </a:p>
        </p:txBody>
      </p:sp>
      <p:sp>
        <p:nvSpPr>
          <p:cNvPr id="9" name="Owner 1"/>
          <p:cNvSpPr/>
          <p:nvPr/>
        </p:nvSpPr>
        <p:spPr>
          <a:xfrm>
            <a:off x="8412480" y="2249424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Speaker or owner</a:t>
            </a:r>
            <a:endParaRPr lang="en-US" sz="1200" dirty="0"/>
          </a:p>
        </p:txBody>
      </p:sp>
      <p:sp>
        <p:nvSpPr>
          <p:cNvPr id="10" name="Session 2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761488"/>
            <a:ext cx="11094415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1" name="Time 2"/>
          <p:cNvSpPr/>
          <p:nvPr/>
        </p:nvSpPr>
        <p:spPr>
          <a:xfrm>
            <a:off x="548640" y="290779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00:00</a:t>
            </a:r>
            <a:endParaRPr lang="en-US" sz="1600" dirty="0"/>
          </a:p>
        </p:txBody>
      </p:sp>
      <p:sp>
        <p:nvSpPr>
          <p:cNvPr id="12" name="Session 2"/>
          <p:cNvSpPr/>
          <p:nvPr/>
        </p:nvSpPr>
        <p:spPr>
          <a:xfrm>
            <a:off x="2011680" y="290779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Session title</a:t>
            </a:r>
            <a:endParaRPr lang="en-US" sz="1400" dirty="0"/>
          </a:p>
        </p:txBody>
      </p:sp>
      <p:sp>
        <p:nvSpPr>
          <p:cNvPr id="13" name="Owner 2"/>
          <p:cNvSpPr/>
          <p:nvPr/>
        </p:nvSpPr>
        <p:spPr>
          <a:xfrm>
            <a:off x="8412480" y="2907792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Speaker or owner</a:t>
            </a:r>
            <a:endParaRPr lang="en-US" sz="1200" dirty="0"/>
          </a:p>
        </p:txBody>
      </p:sp>
      <p:sp>
        <p:nvSpPr>
          <p:cNvPr id="14" name="Session 3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3419856"/>
            <a:ext cx="11094415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5" name="Time 3"/>
          <p:cNvSpPr/>
          <p:nvPr/>
        </p:nvSpPr>
        <p:spPr>
          <a:xfrm>
            <a:off x="548640" y="35661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00:00</a:t>
            </a:r>
            <a:endParaRPr lang="en-US" sz="1600" dirty="0"/>
          </a:p>
        </p:txBody>
      </p:sp>
      <p:sp>
        <p:nvSpPr>
          <p:cNvPr id="16" name="Session 3"/>
          <p:cNvSpPr/>
          <p:nvPr/>
        </p:nvSpPr>
        <p:spPr>
          <a:xfrm>
            <a:off x="2011680" y="356616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Session title</a:t>
            </a:r>
            <a:endParaRPr lang="en-US" sz="1400" dirty="0"/>
          </a:p>
        </p:txBody>
      </p:sp>
      <p:sp>
        <p:nvSpPr>
          <p:cNvPr id="17" name="Owner 3"/>
          <p:cNvSpPr/>
          <p:nvPr/>
        </p:nvSpPr>
        <p:spPr>
          <a:xfrm>
            <a:off x="8412480" y="356616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Speaker or owner</a:t>
            </a:r>
            <a:endParaRPr lang="en-US" sz="1200" dirty="0"/>
          </a:p>
        </p:txBody>
      </p:sp>
      <p:sp>
        <p:nvSpPr>
          <p:cNvPr id="18" name="Session 4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4078224"/>
            <a:ext cx="11094415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9" name="Time 4"/>
          <p:cNvSpPr/>
          <p:nvPr/>
        </p:nvSpPr>
        <p:spPr>
          <a:xfrm>
            <a:off x="548640" y="422452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00:00</a:t>
            </a:r>
            <a:endParaRPr lang="en-US" sz="1600" dirty="0"/>
          </a:p>
        </p:txBody>
      </p:sp>
      <p:sp>
        <p:nvSpPr>
          <p:cNvPr id="20" name="Session 4"/>
          <p:cNvSpPr/>
          <p:nvPr/>
        </p:nvSpPr>
        <p:spPr>
          <a:xfrm>
            <a:off x="2011680" y="422452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Session title</a:t>
            </a:r>
            <a:endParaRPr lang="en-US" sz="1400" dirty="0"/>
          </a:p>
        </p:txBody>
      </p:sp>
      <p:sp>
        <p:nvSpPr>
          <p:cNvPr id="21" name="Owner 4"/>
          <p:cNvSpPr/>
          <p:nvPr/>
        </p:nvSpPr>
        <p:spPr>
          <a:xfrm>
            <a:off x="8412480" y="4224528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Speaker or owner</a:t>
            </a:r>
            <a:endParaRPr lang="en-US" sz="1200" dirty="0"/>
          </a:p>
        </p:txBody>
      </p:sp>
      <p:sp>
        <p:nvSpPr>
          <p:cNvPr id="22" name="Session 5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4736592"/>
            <a:ext cx="11094415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23" name="Time 5"/>
          <p:cNvSpPr/>
          <p:nvPr/>
        </p:nvSpPr>
        <p:spPr>
          <a:xfrm>
            <a:off x="548640" y="488289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00:00</a:t>
            </a:r>
            <a:endParaRPr lang="en-US" sz="1600" dirty="0"/>
          </a:p>
        </p:txBody>
      </p:sp>
      <p:sp>
        <p:nvSpPr>
          <p:cNvPr id="24" name="Session 5"/>
          <p:cNvSpPr/>
          <p:nvPr/>
        </p:nvSpPr>
        <p:spPr>
          <a:xfrm>
            <a:off x="2011680" y="4882896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Session title</a:t>
            </a:r>
            <a:endParaRPr lang="en-US" sz="1400" dirty="0"/>
          </a:p>
        </p:txBody>
      </p:sp>
      <p:sp>
        <p:nvSpPr>
          <p:cNvPr id="25" name="Owner 5"/>
          <p:cNvSpPr/>
          <p:nvPr/>
        </p:nvSpPr>
        <p:spPr>
          <a:xfrm>
            <a:off x="8412480" y="4882896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Speaker or owner</a:t>
            </a:r>
            <a:endParaRPr lang="en-US" sz="1200" dirty="0"/>
          </a:p>
        </p:txBody>
      </p:sp>
      <p:sp>
        <p:nvSpPr>
          <p:cNvPr id="26" name="Session 6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5394960"/>
            <a:ext cx="11094415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27" name="Time 6"/>
          <p:cNvSpPr/>
          <p:nvPr/>
        </p:nvSpPr>
        <p:spPr>
          <a:xfrm>
            <a:off x="548640" y="554126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00:00</a:t>
            </a:r>
            <a:endParaRPr lang="en-US" sz="1600" dirty="0"/>
          </a:p>
        </p:txBody>
      </p:sp>
      <p:sp>
        <p:nvSpPr>
          <p:cNvPr id="28" name="Session 6"/>
          <p:cNvSpPr/>
          <p:nvPr/>
        </p:nvSpPr>
        <p:spPr>
          <a:xfrm>
            <a:off x="2011680" y="554126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Session title</a:t>
            </a:r>
            <a:endParaRPr lang="en-US" sz="1400" dirty="0"/>
          </a:p>
        </p:txBody>
      </p:sp>
      <p:sp>
        <p:nvSpPr>
          <p:cNvPr id="29" name="Owner 6"/>
          <p:cNvSpPr/>
          <p:nvPr/>
        </p:nvSpPr>
        <p:spPr>
          <a:xfrm>
            <a:off x="8412480" y="5541264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Speaker or owner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pter 1"/>
          <p:cNvSpPr/>
          <p:nvPr/>
        </p:nvSpPr>
        <p:spPr>
          <a:xfrm>
            <a:off x="777240" y="153619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Chapter 1</a:t>
            </a:r>
            <a:endParaRPr lang="en-US" sz="1400" dirty="0"/>
          </a:p>
        </p:txBody>
      </p:sp>
      <p:sp>
        <p:nvSpPr>
          <p:cNvPr id="3" name="Decoration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240280"/>
            <a:ext cx="54864" cy="50292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4" name="Chapter 2"/>
          <p:cNvSpPr/>
          <p:nvPr/>
        </p:nvSpPr>
        <p:spPr>
          <a:xfrm>
            <a:off x="777240" y="23134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Chapter 2</a:t>
            </a:r>
            <a:endParaRPr lang="en-US" sz="1400" dirty="0"/>
          </a:p>
        </p:txBody>
      </p:sp>
      <p:sp>
        <p:nvSpPr>
          <p:cNvPr id="5" name="Chapter 3"/>
          <p:cNvSpPr/>
          <p:nvPr/>
        </p:nvSpPr>
        <p:spPr>
          <a:xfrm>
            <a:off x="777240" y="309067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Chapter 3</a:t>
            </a:r>
            <a:endParaRPr lang="en-US" sz="1400" dirty="0"/>
          </a:p>
        </p:txBody>
      </p:sp>
      <p:sp>
        <p:nvSpPr>
          <p:cNvPr id="6" name="Chapter 4"/>
          <p:cNvSpPr/>
          <p:nvPr/>
        </p:nvSpPr>
        <p:spPr>
          <a:xfrm>
            <a:off x="777240" y="386791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Chapter 4</a:t>
            </a:r>
            <a:endParaRPr lang="en-US" sz="1400" dirty="0"/>
          </a:p>
        </p:txBody>
      </p:sp>
      <p:sp>
        <p:nvSpPr>
          <p:cNvPr id="7" name="Chapter 5"/>
          <p:cNvSpPr/>
          <p:nvPr/>
        </p:nvSpPr>
        <p:spPr>
          <a:xfrm>
            <a:off x="777240" y="464515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Chapter 5</a:t>
            </a:r>
            <a:endParaRPr lang="en-US" sz="1400" dirty="0"/>
          </a:p>
        </p:txBody>
      </p:sp>
      <p:sp>
        <p:nvSpPr>
          <p:cNvPr id="8" name="Decoration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297680" y="1280160"/>
            <a:ext cx="91" cy="4206240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9" name="Number"/>
          <p:cNvSpPr/>
          <p:nvPr/>
        </p:nvSpPr>
        <p:spPr>
          <a:xfrm>
            <a:off x="4846320" y="146304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000" b="1" dirty="0">
                <a:solidFill>
                  <a:schemeClr val="accent3"/>
                </a:solidFill>
                <a:latin typeface="+mj-lt"/>
                <a:ea typeface="+mj-ea"/>
                <a:cs typeface="+mj-cs"/>
              </a:rPr>
              <a:t>02</a:t>
            </a:r>
            <a:endParaRPr lang="en-US" sz="8000" dirty="0"/>
          </a:p>
        </p:txBody>
      </p:sp>
      <p:sp>
        <p:nvSpPr>
          <p:cNvPr id="10" name="Title"/>
          <p:cNvSpPr/>
          <p:nvPr/>
        </p:nvSpPr>
        <p:spPr>
          <a:xfrm>
            <a:off x="4846320" y="292608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Current chapter title</a:t>
            </a:r>
            <a:endParaRPr lang="en-US" sz="3400" dirty="0"/>
          </a:p>
        </p:txBody>
      </p:sp>
      <p:sp>
        <p:nvSpPr>
          <p:cNvPr id="11" name="Subtitle"/>
          <p:cNvSpPr/>
          <p:nvPr/>
        </p:nvSpPr>
        <p:spPr>
          <a:xfrm>
            <a:off x="4846320" y="420624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this chapter answers</a:t>
            </a:r>
            <a:endParaRPr lang="en-US" sz="1600" dirty="0"/>
          </a:p>
        </p:txBody>
      </p:sp>
      <p:sp>
        <p:nvSpPr>
          <p:cNvPr id="12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/>
          <p:nvPr/>
        </p:nvSpPr>
        <p:spPr>
          <a:xfrm>
            <a:off x="548640" y="128016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600" b="1" dirty="0">
                <a:solidFill>
                  <a:schemeClr val="accent3"/>
                </a:solidFill>
                <a:latin typeface="+mj-lt"/>
                <a:ea typeface="+mj-ea"/>
                <a:cs typeface="+mj-cs"/>
              </a:rPr>
              <a:t>01</a:t>
            </a:r>
            <a:endParaRPr lang="en-US" sz="9600" dirty="0"/>
          </a:p>
        </p:txBody>
      </p:sp>
      <p:sp>
        <p:nvSpPr>
          <p:cNvPr id="3" name="Title"/>
          <p:cNvSpPr/>
          <p:nvPr/>
        </p:nvSpPr>
        <p:spPr>
          <a:xfrm>
            <a:off x="548640" y="301752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Chapter title</a:t>
            </a:r>
            <a:endParaRPr lang="en-US" sz="4000" dirty="0"/>
          </a:p>
        </p:txBody>
      </p:sp>
      <p:sp>
        <p:nvSpPr>
          <p:cNvPr id="4" name="Subtitle"/>
          <p:cNvSpPr/>
          <p:nvPr/>
        </p:nvSpPr>
        <p:spPr>
          <a:xfrm>
            <a:off x="548640" y="42976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What this chapter covers</a:t>
            </a:r>
            <a:endParaRPr lang="en-US" sz="1600" dirty="0"/>
          </a:p>
        </p:txBody>
      </p:sp>
      <p:sp>
        <p:nvSpPr>
          <p:cNvPr id="5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21945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Chapter 01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256032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Chapter title</a:t>
            </a:r>
            <a:endParaRPr lang="en-US" sz="3600" dirty="0"/>
          </a:p>
        </p:txBody>
      </p:sp>
      <p:sp>
        <p:nvSpPr>
          <p:cNvPr id="4" name="Decoration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09360" y="2011680"/>
            <a:ext cx="91" cy="310896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5" name="Number"/>
          <p:cNvSpPr/>
          <p:nvPr/>
        </p:nvSpPr>
        <p:spPr>
          <a:xfrm>
            <a:off x="6766560" y="210312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8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00%</a:t>
            </a:r>
            <a:endParaRPr lang="en-US" sz="8800" dirty="0"/>
          </a:p>
        </p:txBody>
      </p:sp>
      <p:sp>
        <p:nvSpPr>
          <p:cNvPr id="6" name="Number caption"/>
          <p:cNvSpPr/>
          <p:nvPr/>
        </p:nvSpPr>
        <p:spPr>
          <a:xfrm>
            <a:off x="6766560" y="38862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the figure measures and its source</a:t>
            </a:r>
            <a:endParaRPr lang="en-US" sz="1400" dirty="0"/>
          </a:p>
        </p:txBody>
      </p:sp>
      <p:sp>
        <p:nvSpPr>
          <p:cNvPr id="7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Where we are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Left label"/>
          <p:cNvSpPr/>
          <p:nvPr/>
        </p:nvSpPr>
        <p:spPr>
          <a:xfrm>
            <a:off x="548640" y="2103120"/>
            <a:ext cx="513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 far</a:t>
            </a:r>
            <a:endParaRPr lang="en-US" sz="1000" dirty="0"/>
          </a:p>
        </p:txBody>
      </p:sp>
      <p:sp>
        <p:nvSpPr>
          <p:cNvPr id="6" name="Left points"/>
          <p:cNvSpPr/>
          <p:nvPr/>
        </p:nvSpPr>
        <p:spPr>
          <a:xfrm>
            <a:off x="548640" y="2514600"/>
            <a:ext cx="513572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Point already covered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Point already covered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Point already covered</a:t>
            </a:r>
            <a:endParaRPr lang="en-US" sz="1400" dirty="0"/>
          </a:p>
        </p:txBody>
      </p:sp>
      <p:sp>
        <p:nvSpPr>
          <p:cNvPr id="7" name="Decoration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95848" y="2103120"/>
            <a:ext cx="91" cy="3749040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8" name="Right label"/>
          <p:cNvSpPr/>
          <p:nvPr/>
        </p:nvSpPr>
        <p:spPr>
          <a:xfrm>
            <a:off x="6507328" y="2103120"/>
            <a:ext cx="513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Next</a:t>
            </a:r>
            <a:endParaRPr lang="en-US" sz="1000" dirty="0"/>
          </a:p>
        </p:txBody>
      </p:sp>
      <p:sp>
        <p:nvSpPr>
          <p:cNvPr id="9" name="Right points"/>
          <p:cNvSpPr/>
          <p:nvPr/>
        </p:nvSpPr>
        <p:spPr>
          <a:xfrm>
            <a:off x="6507328" y="2514600"/>
            <a:ext cx="513572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 coming next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 coming next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 coming next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ation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011680"/>
            <a:ext cx="1097280" cy="91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</p:sp>
      <p:sp>
        <p:nvSpPr>
          <p:cNvPr id="3" name="Message"/>
          <p:cNvSpPr/>
          <p:nvPr/>
        </p:nvSpPr>
        <p:spPr>
          <a:xfrm>
            <a:off x="548640" y="2286000"/>
            <a:ext cx="9875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The one sentence the audience must remember</a:t>
            </a:r>
            <a:endParaRPr lang="en-US" sz="3800" dirty="0"/>
          </a:p>
        </p:txBody>
      </p:sp>
      <p:sp>
        <p:nvSpPr>
          <p:cNvPr id="4" name="Source"/>
          <p:cNvSpPr/>
          <p:nvPr/>
        </p:nvSpPr>
        <p:spPr>
          <a:xfrm>
            <a:off x="548640" y="4937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supporting detail</a:t>
            </a:r>
            <a:endParaRPr lang="en-US" sz="1000" dirty="0"/>
          </a:p>
        </p:txBody>
      </p:sp>
      <p:sp>
        <p:nvSpPr>
          <p:cNvPr id="5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4" name="Number"/>
          <p:cNvSpPr/>
          <p:nvPr/>
        </p:nvSpPr>
        <p:spPr>
          <a:xfrm>
            <a:off x="548640" y="1828800"/>
            <a:ext cx="5669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00%</a:t>
            </a:r>
            <a:endParaRPr lang="en-US" sz="11000" dirty="0"/>
          </a:p>
        </p:txBody>
      </p:sp>
      <p:sp>
        <p:nvSpPr>
          <p:cNvPr id="5" name="Number caption"/>
          <p:cNvSpPr/>
          <p:nvPr/>
        </p:nvSpPr>
        <p:spPr>
          <a:xfrm>
            <a:off x="548640" y="39776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What the figure measures</a:t>
            </a:r>
            <a:endParaRPr lang="en-US" sz="1400" dirty="0"/>
          </a:p>
        </p:txBody>
      </p:sp>
      <p:sp>
        <p:nvSpPr>
          <p:cNvPr id="6" name="Decoration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675120" y="2011680"/>
            <a:ext cx="91" cy="3474720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7" name="Title"/>
          <p:cNvSpPr/>
          <p:nvPr/>
        </p:nvSpPr>
        <p:spPr>
          <a:xfrm>
            <a:off x="7132320" y="201168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What this figure means</a:t>
            </a:r>
            <a:endParaRPr lang="en-US" sz="2600" dirty="0"/>
          </a:p>
        </p:txBody>
      </p:sp>
      <p:sp>
        <p:nvSpPr>
          <p:cNvPr id="8" name="Body"/>
          <p:cNvSpPr/>
          <p:nvPr/>
        </p:nvSpPr>
        <p:spPr>
          <a:xfrm>
            <a:off x="7132320" y="3246120"/>
            <a:ext cx="4480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Interpretation in two or three sentences: why it matters and what follows from 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ation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1737360"/>
            <a:ext cx="73152" cy="310896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Quote"/>
          <p:cNvSpPr/>
          <p:nvPr/>
        </p:nvSpPr>
        <p:spPr>
          <a:xfrm>
            <a:off x="1005840" y="1737360"/>
            <a:ext cx="9601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200" i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Quotation, word for word</a:t>
            </a:r>
            <a:endParaRPr lang="en-US" sz="3200" dirty="0"/>
          </a:p>
        </p:txBody>
      </p:sp>
      <p:sp>
        <p:nvSpPr>
          <p:cNvPr id="4" name="Attribution"/>
          <p:cNvSpPr/>
          <p:nvPr/>
        </p:nvSpPr>
        <p:spPr>
          <a:xfrm>
            <a:off x="1005840" y="5120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2"/>
                </a:solidFill>
                <a:latin typeface="+mn-lt"/>
                <a:ea typeface="+mn-ea"/>
                <a:cs typeface="+mn-cs"/>
              </a:rPr>
              <a:t>Name, role, organisation</a:t>
            </a:r>
            <a:endParaRPr lang="en-US" sz="1000" dirty="0"/>
          </a:p>
        </p:txBody>
      </p:sp>
      <p:sp>
        <p:nvSpPr>
          <p:cNvPr id="5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1828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The question</a:t>
            </a:r>
            <a:endParaRPr lang="en-US" sz="1000" dirty="0"/>
          </a:p>
        </p:txBody>
      </p:sp>
      <p:sp>
        <p:nvSpPr>
          <p:cNvPr id="3" name="Question"/>
          <p:cNvSpPr/>
          <p:nvPr/>
        </p:nvSpPr>
        <p:spPr>
          <a:xfrm>
            <a:off x="1463040" y="2240280"/>
            <a:ext cx="92656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3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The question this presentation answers?</a:t>
            </a:r>
            <a:endParaRPr lang="en-US" sz="3600" dirty="0"/>
          </a:p>
        </p:txBody>
      </p:sp>
      <p:sp>
        <p:nvSpPr>
          <p:cNvPr id="4" name="Context"/>
          <p:cNvSpPr/>
          <p:nvPr/>
        </p:nvSpPr>
        <p:spPr>
          <a:xfrm>
            <a:off x="2834640" y="4480560"/>
            <a:ext cx="6522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Why the question matters now</a:t>
            </a:r>
            <a:endParaRPr lang="en-US" sz="1600" dirty="0"/>
          </a:p>
        </p:txBody>
      </p:sp>
      <p:sp>
        <p:nvSpPr>
          <p:cNvPr id="5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943025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The position, stated as a full sentence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Argument 1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377440"/>
            <a:ext cx="3515258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6" name="Number 1"/>
          <p:cNvSpPr/>
          <p:nvPr/>
        </p:nvSpPr>
        <p:spPr>
          <a:xfrm>
            <a:off x="548640" y="25603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1</a:t>
            </a:r>
            <a:endParaRPr lang="en-US" sz="4000" dirty="0"/>
          </a:p>
        </p:txBody>
      </p:sp>
      <p:sp>
        <p:nvSpPr>
          <p:cNvPr id="7" name="Argument 1"/>
          <p:cNvSpPr/>
          <p:nvPr/>
        </p:nvSpPr>
        <p:spPr>
          <a:xfrm>
            <a:off x="548640" y="3429000"/>
            <a:ext cx="35152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Argument in a few words</a:t>
            </a:r>
            <a:endParaRPr lang="en-US" sz="1600" dirty="0"/>
          </a:p>
        </p:txBody>
      </p:sp>
      <p:sp>
        <p:nvSpPr>
          <p:cNvPr id="8" name="Argument 1 detail"/>
          <p:cNvSpPr/>
          <p:nvPr/>
        </p:nvSpPr>
        <p:spPr>
          <a:xfrm>
            <a:off x="548640" y="4160520"/>
            <a:ext cx="351525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Evidence or explanation for this argument.</a:t>
            </a:r>
            <a:endParaRPr lang="en-US" sz="1400" dirty="0"/>
          </a:p>
        </p:txBody>
      </p:sp>
      <p:sp>
        <p:nvSpPr>
          <p:cNvPr id="9" name="Argument 2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38218" y="2377440"/>
            <a:ext cx="3515258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0" name="Number 2"/>
          <p:cNvSpPr/>
          <p:nvPr/>
        </p:nvSpPr>
        <p:spPr>
          <a:xfrm>
            <a:off x="4338218" y="25603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2</a:t>
            </a:r>
            <a:endParaRPr lang="en-US" sz="4000" dirty="0"/>
          </a:p>
        </p:txBody>
      </p:sp>
      <p:sp>
        <p:nvSpPr>
          <p:cNvPr id="11" name="Argument 2"/>
          <p:cNvSpPr/>
          <p:nvPr/>
        </p:nvSpPr>
        <p:spPr>
          <a:xfrm>
            <a:off x="4338218" y="3429000"/>
            <a:ext cx="35152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Argument in a few words</a:t>
            </a:r>
            <a:endParaRPr lang="en-US" sz="1600" dirty="0"/>
          </a:p>
        </p:txBody>
      </p:sp>
      <p:sp>
        <p:nvSpPr>
          <p:cNvPr id="12" name="Argument 2 detail"/>
          <p:cNvSpPr/>
          <p:nvPr/>
        </p:nvSpPr>
        <p:spPr>
          <a:xfrm>
            <a:off x="4338218" y="4160520"/>
            <a:ext cx="351525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Evidence or explanation for this argument.</a:t>
            </a:r>
            <a:endParaRPr lang="en-US" sz="1400" dirty="0"/>
          </a:p>
        </p:txBody>
      </p:sp>
      <p:sp>
        <p:nvSpPr>
          <p:cNvPr id="13" name="Argument 3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27797" y="2377440"/>
            <a:ext cx="3515258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4" name="Number 3"/>
          <p:cNvSpPr/>
          <p:nvPr/>
        </p:nvSpPr>
        <p:spPr>
          <a:xfrm>
            <a:off x="8127797" y="25603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3</a:t>
            </a:r>
            <a:endParaRPr lang="en-US" sz="4000" dirty="0"/>
          </a:p>
        </p:txBody>
      </p:sp>
      <p:sp>
        <p:nvSpPr>
          <p:cNvPr id="15" name="Argument 3"/>
          <p:cNvSpPr/>
          <p:nvPr/>
        </p:nvSpPr>
        <p:spPr>
          <a:xfrm>
            <a:off x="8127797" y="3429000"/>
            <a:ext cx="35152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Argument in a few words</a:t>
            </a:r>
            <a:endParaRPr lang="en-US" sz="1600" dirty="0"/>
          </a:p>
        </p:txBody>
      </p:sp>
      <p:sp>
        <p:nvSpPr>
          <p:cNvPr id="16" name="Argument 3 detail"/>
          <p:cNvSpPr/>
          <p:nvPr/>
        </p:nvSpPr>
        <p:spPr>
          <a:xfrm>
            <a:off x="8127797" y="4160520"/>
            <a:ext cx="351525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Evidence or explanation for this argument.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Number"/>
          <p:cNvSpPr/>
          <p:nvPr/>
        </p:nvSpPr>
        <p:spPr>
          <a:xfrm>
            <a:off x="3566160" y="2743200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000</a:t>
            </a:r>
            <a:endParaRPr lang="en-US" sz="11000" dirty="0"/>
          </a:p>
        </p:txBody>
      </p:sp>
      <p:sp>
        <p:nvSpPr>
          <p:cNvPr id="6" name="Number caption"/>
          <p:cNvSpPr/>
          <p:nvPr/>
        </p:nvSpPr>
        <p:spPr>
          <a:xfrm>
            <a:off x="3566160" y="4572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Unit and scope</a:t>
            </a:r>
            <a:endParaRPr lang="en-US" sz="1000" dirty="0"/>
          </a:p>
        </p:txBody>
      </p:sp>
      <p:sp>
        <p:nvSpPr>
          <p:cNvPr id="7" name="Note 1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039112"/>
            <a:ext cx="548640" cy="91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8" name="Note 1"/>
          <p:cNvSpPr/>
          <p:nvPr/>
        </p:nvSpPr>
        <p:spPr>
          <a:xfrm>
            <a:off x="548640" y="21488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Short annotation</a:t>
            </a:r>
            <a:endParaRPr lang="en-US" sz="1200" dirty="0"/>
          </a:p>
        </p:txBody>
      </p:sp>
      <p:sp>
        <p:nvSpPr>
          <p:cNvPr id="9" name="Note 2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109960" y="2039112"/>
            <a:ext cx="548640" cy="91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10" name="Note 2"/>
          <p:cNvSpPr/>
          <p:nvPr/>
        </p:nvSpPr>
        <p:spPr>
          <a:xfrm>
            <a:off x="8915400" y="21488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Short annotation</a:t>
            </a:r>
            <a:endParaRPr lang="en-US" sz="1200" dirty="0"/>
          </a:p>
        </p:txBody>
      </p:sp>
      <p:sp>
        <p:nvSpPr>
          <p:cNvPr id="11" name="Note 3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4828032"/>
            <a:ext cx="548640" cy="91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12" name="Note 3"/>
          <p:cNvSpPr/>
          <p:nvPr/>
        </p:nvSpPr>
        <p:spPr>
          <a:xfrm>
            <a:off x="548640" y="49377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Short annotation</a:t>
            </a:r>
            <a:endParaRPr lang="en-US" sz="1200" dirty="0"/>
          </a:p>
        </p:txBody>
      </p:sp>
      <p:sp>
        <p:nvSpPr>
          <p:cNvPr id="13" name="Note 4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109960" y="4828032"/>
            <a:ext cx="548640" cy="91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14" name="Note 4"/>
          <p:cNvSpPr/>
          <p:nvPr/>
        </p:nvSpPr>
        <p:spPr>
          <a:xfrm>
            <a:off x="8915400" y="49377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Short annotation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Subtitle"/>
          <p:cNvSpPr/>
          <p:nvPr/>
        </p:nvSpPr>
        <p:spPr>
          <a:xfrm>
            <a:off x="548640" y="1572768"/>
            <a:ext cx="83208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One line that frames the slide</a:t>
            </a:r>
            <a:endParaRPr lang="en-US" sz="1600" dirty="0"/>
          </a:p>
        </p:txBody>
      </p:sp>
      <p:sp>
        <p:nvSpPr>
          <p:cNvPr id="5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6" name="Body"/>
          <p:cNvSpPr/>
          <p:nvPr/>
        </p:nvSpPr>
        <p:spPr>
          <a:xfrm>
            <a:off x="548640" y="2103120"/>
            <a:ext cx="69494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Main text. Keep it to one paragraph that supports the title.</a:t>
            </a:r>
            <a:endParaRPr lang="en-US" sz="1600" dirty="0"/>
          </a:p>
        </p:txBody>
      </p:sp>
      <p:sp>
        <p:nvSpPr>
          <p:cNvPr id="7" name="Side rule"/>
          <p:cNvSpPr/>
          <p:nvPr/>
        </p:nvSpPr>
        <p:spPr>
          <a:xfrm>
            <a:off x="8046720" y="2103120"/>
            <a:ext cx="91" cy="2286000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8" name="Side note"/>
          <p:cNvSpPr/>
          <p:nvPr/>
        </p:nvSpPr>
        <p:spPr>
          <a:xfrm>
            <a:off x="8321040" y="2103120"/>
            <a:ext cx="3291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Optional note, definition or source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Subtitle"/>
          <p:cNvSpPr/>
          <p:nvPr/>
        </p:nvSpPr>
        <p:spPr>
          <a:xfrm>
            <a:off x="548640" y="1572768"/>
            <a:ext cx="83208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One line that frames the slide</a:t>
            </a:r>
            <a:endParaRPr lang="en-US" sz="1600" dirty="0"/>
          </a:p>
        </p:txBody>
      </p:sp>
      <p:sp>
        <p:nvSpPr>
          <p:cNvPr id="5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6" name="Decoration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103120"/>
            <a:ext cx="5272888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" name="Heading 1"/>
          <p:cNvSpPr/>
          <p:nvPr/>
        </p:nvSpPr>
        <p:spPr>
          <a:xfrm>
            <a:off x="548640" y="2240280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Column heading</a:t>
            </a:r>
            <a:endParaRPr lang="en-US" sz="1600" dirty="0"/>
          </a:p>
        </p:txBody>
      </p:sp>
      <p:sp>
        <p:nvSpPr>
          <p:cNvPr id="8" name="Body 1"/>
          <p:cNvSpPr/>
          <p:nvPr/>
        </p:nvSpPr>
        <p:spPr>
          <a:xfrm>
            <a:off x="548640" y="2788920"/>
            <a:ext cx="527288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Point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Point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Point</a:t>
            </a:r>
            <a:endParaRPr lang="en-US" sz="1400" dirty="0"/>
          </a:p>
        </p:txBody>
      </p:sp>
      <p:sp>
        <p:nvSpPr>
          <p:cNvPr id="9" name="Decoration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70168" y="2103120"/>
            <a:ext cx="5272888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0" name="Heading 2"/>
          <p:cNvSpPr/>
          <p:nvPr/>
        </p:nvSpPr>
        <p:spPr>
          <a:xfrm>
            <a:off x="6370168" y="2240280"/>
            <a:ext cx="527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Column heading</a:t>
            </a:r>
            <a:endParaRPr lang="en-US" sz="1600" dirty="0"/>
          </a:p>
        </p:txBody>
      </p:sp>
      <p:sp>
        <p:nvSpPr>
          <p:cNvPr id="11" name="Body 2"/>
          <p:cNvSpPr/>
          <p:nvPr/>
        </p:nvSpPr>
        <p:spPr>
          <a:xfrm>
            <a:off x="6370168" y="2788920"/>
            <a:ext cx="527288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Point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Point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Point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Subtitle"/>
          <p:cNvSpPr/>
          <p:nvPr/>
        </p:nvSpPr>
        <p:spPr>
          <a:xfrm>
            <a:off x="548640" y="1572768"/>
            <a:ext cx="83208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One line that frames the slide</a:t>
            </a:r>
            <a:endParaRPr lang="en-US" sz="1600" dirty="0"/>
          </a:p>
        </p:txBody>
      </p:sp>
      <p:sp>
        <p:nvSpPr>
          <p:cNvPr id="5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6" name="Icon 1"/>
          <p:cNvSpPr/>
          <p:nvPr/>
        </p:nvSpPr>
        <p:spPr>
          <a:xfrm>
            <a:off x="548640" y="2148840"/>
            <a:ext cx="548640" cy="548640"/>
          </a:xfrm>
          <a:prstGeom prst="rect">
            <a:avLst/>
          </a:prstGeom>
          <a:ln w="9525">
            <a:solidFill>
              <a:schemeClr val="tx1"/>
            </a:solidFill>
            <a:prstDash val="sysDot"/>
          </a:ln>
        </p:spPr>
      </p:sp>
      <p:sp>
        <p:nvSpPr>
          <p:cNvPr id="7" name="Heading 1"/>
          <p:cNvSpPr/>
          <p:nvPr/>
        </p:nvSpPr>
        <p:spPr>
          <a:xfrm>
            <a:off x="548640" y="2926080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Pillar heading</a:t>
            </a:r>
            <a:endParaRPr lang="en-US" sz="1600" dirty="0"/>
          </a:p>
        </p:txBody>
      </p:sp>
      <p:sp>
        <p:nvSpPr>
          <p:cNvPr id="8" name="Body 1"/>
          <p:cNvSpPr/>
          <p:nvPr/>
        </p:nvSpPr>
        <p:spPr>
          <a:xfrm>
            <a:off x="548640" y="3474720"/>
            <a:ext cx="351525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Two or three sentences that explain this pillar.</a:t>
            </a:r>
            <a:endParaRPr lang="en-US" sz="1400" dirty="0"/>
          </a:p>
        </p:txBody>
      </p:sp>
      <p:sp>
        <p:nvSpPr>
          <p:cNvPr id="9" name="Icon 2"/>
          <p:cNvSpPr/>
          <p:nvPr/>
        </p:nvSpPr>
        <p:spPr>
          <a:xfrm>
            <a:off x="4338218" y="2148840"/>
            <a:ext cx="548640" cy="548640"/>
          </a:xfrm>
          <a:prstGeom prst="rect">
            <a:avLst/>
          </a:prstGeom>
          <a:ln w="9525">
            <a:solidFill>
              <a:schemeClr val="tx1"/>
            </a:solidFill>
            <a:prstDash val="sysDot"/>
          </a:ln>
        </p:spPr>
      </p:sp>
      <p:sp>
        <p:nvSpPr>
          <p:cNvPr id="10" name="Heading 2"/>
          <p:cNvSpPr/>
          <p:nvPr/>
        </p:nvSpPr>
        <p:spPr>
          <a:xfrm>
            <a:off x="4338218" y="2926080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Pillar heading</a:t>
            </a:r>
            <a:endParaRPr lang="en-US" sz="1600" dirty="0"/>
          </a:p>
        </p:txBody>
      </p:sp>
      <p:sp>
        <p:nvSpPr>
          <p:cNvPr id="11" name="Body 2"/>
          <p:cNvSpPr/>
          <p:nvPr/>
        </p:nvSpPr>
        <p:spPr>
          <a:xfrm>
            <a:off x="4338218" y="3474720"/>
            <a:ext cx="351525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Two or three sentences that explain this pillar.</a:t>
            </a:r>
            <a:endParaRPr lang="en-US" sz="1400" dirty="0"/>
          </a:p>
        </p:txBody>
      </p:sp>
      <p:sp>
        <p:nvSpPr>
          <p:cNvPr id="12" name="Icon 3"/>
          <p:cNvSpPr/>
          <p:nvPr/>
        </p:nvSpPr>
        <p:spPr>
          <a:xfrm>
            <a:off x="8127797" y="2148840"/>
            <a:ext cx="548640" cy="548640"/>
          </a:xfrm>
          <a:prstGeom prst="rect">
            <a:avLst/>
          </a:prstGeom>
          <a:ln w="9525">
            <a:solidFill>
              <a:schemeClr val="tx1"/>
            </a:solidFill>
            <a:prstDash val="sysDot"/>
          </a:ln>
        </p:spPr>
      </p:sp>
      <p:sp>
        <p:nvSpPr>
          <p:cNvPr id="13" name="Heading 3"/>
          <p:cNvSpPr/>
          <p:nvPr/>
        </p:nvSpPr>
        <p:spPr>
          <a:xfrm>
            <a:off x="8127797" y="2926080"/>
            <a:ext cx="3515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Pillar heading</a:t>
            </a:r>
            <a:endParaRPr lang="en-US" sz="1600" dirty="0"/>
          </a:p>
        </p:txBody>
      </p:sp>
      <p:sp>
        <p:nvSpPr>
          <p:cNvPr id="14" name="Body 3"/>
          <p:cNvSpPr/>
          <p:nvPr/>
        </p:nvSpPr>
        <p:spPr>
          <a:xfrm>
            <a:off x="8127797" y="3474720"/>
            <a:ext cx="351525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Two or three sentences that explain this pillar.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Subtitle"/>
          <p:cNvSpPr/>
          <p:nvPr/>
        </p:nvSpPr>
        <p:spPr>
          <a:xfrm>
            <a:off x="548640" y="1572768"/>
            <a:ext cx="83208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One line that frames the slide</a:t>
            </a:r>
            <a:endParaRPr lang="en-US" sz="1600" dirty="0"/>
          </a:p>
        </p:txBody>
      </p:sp>
      <p:sp>
        <p:nvSpPr>
          <p:cNvPr id="5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6" name="Number 1"/>
          <p:cNvSpPr/>
          <p:nvPr/>
        </p:nvSpPr>
        <p:spPr>
          <a:xfrm>
            <a:off x="548640" y="2148840"/>
            <a:ext cx="256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chemeClr val="tx1">
                    <a:lumMod val="50000"/>
                    <a:lumOff val="40000"/>
                  </a:schemeClr>
                </a:solidFill>
                <a:latin typeface="+mj-lt"/>
                <a:ea typeface="+mj-ea"/>
                <a:cs typeface="+mj-cs"/>
              </a:rPr>
              <a:t>01</a:t>
            </a:r>
            <a:endParaRPr lang="en-US" sz="2400" dirty="0"/>
          </a:p>
        </p:txBody>
      </p:sp>
      <p:sp>
        <p:nvSpPr>
          <p:cNvPr id="7" name="Heading 1"/>
          <p:cNvSpPr/>
          <p:nvPr/>
        </p:nvSpPr>
        <p:spPr>
          <a:xfrm>
            <a:off x="548640" y="2788920"/>
            <a:ext cx="2567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Heading</a:t>
            </a:r>
            <a:endParaRPr lang="en-US" sz="1600" dirty="0"/>
          </a:p>
        </p:txBody>
      </p:sp>
      <p:sp>
        <p:nvSpPr>
          <p:cNvPr id="8" name="Body 1"/>
          <p:cNvSpPr/>
          <p:nvPr/>
        </p:nvSpPr>
        <p:spPr>
          <a:xfrm>
            <a:off x="548640" y="3520440"/>
            <a:ext cx="256786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Short text for this column.</a:t>
            </a:r>
            <a:endParaRPr lang="en-US" sz="1200" dirty="0"/>
          </a:p>
        </p:txBody>
      </p:sp>
      <p:sp>
        <p:nvSpPr>
          <p:cNvPr id="9" name="Decoration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53664" y="2148840"/>
            <a:ext cx="91" cy="3749040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0" name="Number 2"/>
          <p:cNvSpPr/>
          <p:nvPr/>
        </p:nvSpPr>
        <p:spPr>
          <a:xfrm>
            <a:off x="3390824" y="2148840"/>
            <a:ext cx="256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chemeClr val="tx1">
                    <a:lumMod val="50000"/>
                    <a:lumOff val="40000"/>
                  </a:schemeClr>
                </a:solidFill>
                <a:latin typeface="+mj-lt"/>
                <a:ea typeface="+mj-ea"/>
                <a:cs typeface="+mj-cs"/>
              </a:rPr>
              <a:t>02</a:t>
            </a:r>
            <a:endParaRPr lang="en-US" sz="2400" dirty="0"/>
          </a:p>
        </p:txBody>
      </p:sp>
      <p:sp>
        <p:nvSpPr>
          <p:cNvPr id="11" name="Heading 2"/>
          <p:cNvSpPr/>
          <p:nvPr/>
        </p:nvSpPr>
        <p:spPr>
          <a:xfrm>
            <a:off x="3390824" y="2788920"/>
            <a:ext cx="2567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Heading</a:t>
            </a:r>
            <a:endParaRPr lang="en-US" sz="1600" dirty="0"/>
          </a:p>
        </p:txBody>
      </p:sp>
      <p:sp>
        <p:nvSpPr>
          <p:cNvPr id="12" name="Body 2"/>
          <p:cNvSpPr/>
          <p:nvPr/>
        </p:nvSpPr>
        <p:spPr>
          <a:xfrm>
            <a:off x="3390824" y="3520440"/>
            <a:ext cx="256786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Short text for this column.</a:t>
            </a:r>
            <a:endParaRPr lang="en-US" sz="1200" dirty="0"/>
          </a:p>
        </p:txBody>
      </p:sp>
      <p:sp>
        <p:nvSpPr>
          <p:cNvPr id="13" name="Decoration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95848" y="2148840"/>
            <a:ext cx="91" cy="3749040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4" name="Number 3"/>
          <p:cNvSpPr/>
          <p:nvPr/>
        </p:nvSpPr>
        <p:spPr>
          <a:xfrm>
            <a:off x="6233008" y="2148840"/>
            <a:ext cx="256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chemeClr val="tx1">
                    <a:lumMod val="50000"/>
                    <a:lumOff val="40000"/>
                  </a:schemeClr>
                </a:solidFill>
                <a:latin typeface="+mj-lt"/>
                <a:ea typeface="+mj-ea"/>
                <a:cs typeface="+mj-cs"/>
              </a:rPr>
              <a:t>03</a:t>
            </a:r>
            <a:endParaRPr lang="en-US" sz="2400" dirty="0"/>
          </a:p>
        </p:txBody>
      </p:sp>
      <p:sp>
        <p:nvSpPr>
          <p:cNvPr id="15" name="Heading 3"/>
          <p:cNvSpPr/>
          <p:nvPr/>
        </p:nvSpPr>
        <p:spPr>
          <a:xfrm>
            <a:off x="6233008" y="2788920"/>
            <a:ext cx="2567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Heading</a:t>
            </a:r>
            <a:endParaRPr lang="en-US" sz="1600" dirty="0"/>
          </a:p>
        </p:txBody>
      </p:sp>
      <p:sp>
        <p:nvSpPr>
          <p:cNvPr id="16" name="Body 3"/>
          <p:cNvSpPr/>
          <p:nvPr/>
        </p:nvSpPr>
        <p:spPr>
          <a:xfrm>
            <a:off x="6233008" y="3520440"/>
            <a:ext cx="256786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Short text for this column.</a:t>
            </a:r>
            <a:endParaRPr lang="en-US" sz="1200" dirty="0"/>
          </a:p>
        </p:txBody>
      </p:sp>
      <p:sp>
        <p:nvSpPr>
          <p:cNvPr id="17" name="Decoration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38031" y="2148840"/>
            <a:ext cx="91" cy="3749040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8" name="Number 4"/>
          <p:cNvSpPr/>
          <p:nvPr/>
        </p:nvSpPr>
        <p:spPr>
          <a:xfrm>
            <a:off x="9075191" y="2148840"/>
            <a:ext cx="256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chemeClr val="tx1">
                    <a:lumMod val="50000"/>
                    <a:lumOff val="40000"/>
                  </a:schemeClr>
                </a:solidFill>
                <a:latin typeface="+mj-lt"/>
                <a:ea typeface="+mj-ea"/>
                <a:cs typeface="+mj-cs"/>
              </a:rPr>
              <a:t>04</a:t>
            </a:r>
            <a:endParaRPr lang="en-US" sz="2400" dirty="0"/>
          </a:p>
        </p:txBody>
      </p:sp>
      <p:sp>
        <p:nvSpPr>
          <p:cNvPr id="19" name="Heading 4"/>
          <p:cNvSpPr/>
          <p:nvPr/>
        </p:nvSpPr>
        <p:spPr>
          <a:xfrm>
            <a:off x="9075191" y="2788920"/>
            <a:ext cx="2567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Heading</a:t>
            </a:r>
            <a:endParaRPr lang="en-US" sz="1600" dirty="0"/>
          </a:p>
        </p:txBody>
      </p:sp>
      <p:sp>
        <p:nvSpPr>
          <p:cNvPr id="20" name="Body 4"/>
          <p:cNvSpPr/>
          <p:nvPr/>
        </p:nvSpPr>
        <p:spPr>
          <a:xfrm>
            <a:off x="9075191" y="3520440"/>
            <a:ext cx="256786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Short text for this column.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Decoration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011680"/>
            <a:ext cx="5432908" cy="19659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Heading 1"/>
          <p:cNvSpPr/>
          <p:nvPr/>
        </p:nvSpPr>
        <p:spPr>
          <a:xfrm>
            <a:off x="822960" y="2240280"/>
            <a:ext cx="48842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Card heading</a:t>
            </a:r>
            <a:endParaRPr lang="en-US" sz="1600" dirty="0"/>
          </a:p>
        </p:txBody>
      </p:sp>
      <p:sp>
        <p:nvSpPr>
          <p:cNvPr id="7" name="Body 1"/>
          <p:cNvSpPr/>
          <p:nvPr/>
        </p:nvSpPr>
        <p:spPr>
          <a:xfrm>
            <a:off x="822960" y="2743200"/>
            <a:ext cx="488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Two or three lines that explain the card.</a:t>
            </a:r>
            <a:endParaRPr lang="en-US" sz="1400" dirty="0"/>
          </a:p>
        </p:txBody>
      </p:sp>
      <p:sp>
        <p:nvSpPr>
          <p:cNvPr id="8" name="Decoration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0148" y="2011680"/>
            <a:ext cx="5432908" cy="19659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Heading 2"/>
          <p:cNvSpPr/>
          <p:nvPr/>
        </p:nvSpPr>
        <p:spPr>
          <a:xfrm>
            <a:off x="6484468" y="2240280"/>
            <a:ext cx="48842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Card heading</a:t>
            </a:r>
            <a:endParaRPr lang="en-US" sz="1600" dirty="0"/>
          </a:p>
        </p:txBody>
      </p:sp>
      <p:sp>
        <p:nvSpPr>
          <p:cNvPr id="10" name="Body 2"/>
          <p:cNvSpPr/>
          <p:nvPr/>
        </p:nvSpPr>
        <p:spPr>
          <a:xfrm>
            <a:off x="6484468" y="2743200"/>
            <a:ext cx="488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Two or three lines that explain the card.</a:t>
            </a:r>
            <a:endParaRPr lang="en-US" sz="1400" dirty="0"/>
          </a:p>
        </p:txBody>
      </p:sp>
      <p:sp>
        <p:nvSpPr>
          <p:cNvPr id="11" name="Decoration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4160520"/>
            <a:ext cx="5432908" cy="19659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2" name="Heading 3"/>
          <p:cNvSpPr/>
          <p:nvPr/>
        </p:nvSpPr>
        <p:spPr>
          <a:xfrm>
            <a:off x="822960" y="4389120"/>
            <a:ext cx="48842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Card heading</a:t>
            </a:r>
            <a:endParaRPr lang="en-US" sz="1600" dirty="0"/>
          </a:p>
        </p:txBody>
      </p:sp>
      <p:sp>
        <p:nvSpPr>
          <p:cNvPr id="13" name="Body 3"/>
          <p:cNvSpPr/>
          <p:nvPr/>
        </p:nvSpPr>
        <p:spPr>
          <a:xfrm>
            <a:off x="822960" y="4892040"/>
            <a:ext cx="488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Two or three lines that explain the card.</a:t>
            </a:r>
            <a:endParaRPr lang="en-US" sz="1400" dirty="0"/>
          </a:p>
        </p:txBody>
      </p:sp>
      <p:sp>
        <p:nvSpPr>
          <p:cNvPr id="14" name="Decoration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0148" y="4160520"/>
            <a:ext cx="5432908" cy="19659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5" name="Heading 4"/>
          <p:cNvSpPr/>
          <p:nvPr/>
        </p:nvSpPr>
        <p:spPr>
          <a:xfrm>
            <a:off x="6484468" y="4389120"/>
            <a:ext cx="48842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Card heading</a:t>
            </a:r>
            <a:endParaRPr lang="en-US" sz="1600" dirty="0"/>
          </a:p>
        </p:txBody>
      </p:sp>
      <p:sp>
        <p:nvSpPr>
          <p:cNvPr id="16" name="Body 4"/>
          <p:cNvSpPr/>
          <p:nvPr/>
        </p:nvSpPr>
        <p:spPr>
          <a:xfrm>
            <a:off x="6484468" y="4892040"/>
            <a:ext cx="48842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Two or three lines that explain the card.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Body"/>
          <p:cNvSpPr/>
          <p:nvPr/>
        </p:nvSpPr>
        <p:spPr>
          <a:xfrm>
            <a:off x="548640" y="2011680"/>
            <a:ext cx="69494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Main text that develops the title in a few short paragraphs.</a:t>
            </a:r>
            <a:endParaRPr lang="en-US" sz="1600" dirty="0"/>
          </a:p>
        </p:txBody>
      </p:sp>
      <p:sp>
        <p:nvSpPr>
          <p:cNvPr id="6" name="Decoration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7" name="Sidebar label"/>
          <p:cNvSpPr/>
          <p:nvPr/>
        </p:nvSpPr>
        <p:spPr>
          <a:xfrm>
            <a:off x="8503920" y="20116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Key points</a:t>
            </a:r>
            <a:endParaRPr lang="en-US" sz="1000" dirty="0"/>
          </a:p>
        </p:txBody>
      </p:sp>
      <p:sp>
        <p:nvSpPr>
          <p:cNvPr id="8" name="Sidebar"/>
          <p:cNvSpPr/>
          <p:nvPr/>
        </p:nvSpPr>
        <p:spPr>
          <a:xfrm>
            <a:off x="8503920" y="2423160"/>
            <a:ext cx="31089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Key point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Key point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Key point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Body"/>
          <p:cNvSpPr/>
          <p:nvPr/>
        </p:nvSpPr>
        <p:spPr>
          <a:xfrm>
            <a:off x="548640" y="2103120"/>
            <a:ext cx="6492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Supporting point</a:t>
            </a:r>
            <a:endParaRPr lang="en-US" sz="1600" dirty="0"/>
          </a:p>
          <a:p>
            <a:pPr algn="l" marL="228600" indent="-2286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Supporting point</a:t>
            </a:r>
            <a:endParaRPr lang="en-US" sz="1600" dirty="0"/>
          </a:p>
          <a:p>
            <a:pPr algn="l" marL="228600" indent="-2286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Supporting point</a:t>
            </a:r>
            <a:endParaRPr lang="en-US" sz="1600" dirty="0"/>
          </a:p>
        </p:txBody>
      </p:sp>
      <p:sp>
        <p:nvSpPr>
          <p:cNvPr id="6" name="Decoration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80960" y="2103120"/>
            <a:ext cx="3962095" cy="356616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7" name="Takeaway label"/>
          <p:cNvSpPr/>
          <p:nvPr/>
        </p:nvSpPr>
        <p:spPr>
          <a:xfrm>
            <a:off x="8001000" y="2377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Takeaway</a:t>
            </a:r>
            <a:endParaRPr lang="en-US" sz="1000" dirty="0"/>
          </a:p>
        </p:txBody>
      </p:sp>
      <p:sp>
        <p:nvSpPr>
          <p:cNvPr id="8" name="Takeaway"/>
          <p:cNvSpPr/>
          <p:nvPr/>
        </p:nvSpPr>
        <p:spPr>
          <a:xfrm>
            <a:off x="8001000" y="2788920"/>
            <a:ext cx="3337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The conclusion in one or two sentences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Left label"/>
          <p:cNvSpPr/>
          <p:nvPr/>
        </p:nvSpPr>
        <p:spPr>
          <a:xfrm>
            <a:off x="548640" y="20116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Finding</a:t>
            </a:r>
            <a:endParaRPr lang="en-US" sz="1000" dirty="0"/>
          </a:p>
        </p:txBody>
      </p:sp>
      <p:sp>
        <p:nvSpPr>
          <p:cNvPr id="6" name="Right label"/>
          <p:cNvSpPr/>
          <p:nvPr/>
        </p:nvSpPr>
        <p:spPr>
          <a:xfrm>
            <a:off x="6400800" y="20116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Implication</a:t>
            </a:r>
            <a:endParaRPr lang="en-US" sz="1000" dirty="0"/>
          </a:p>
        </p:txBody>
      </p:sp>
      <p:sp>
        <p:nvSpPr>
          <p:cNvPr id="7" name="Decoration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423160"/>
            <a:ext cx="11094415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Finding 1"/>
          <p:cNvSpPr/>
          <p:nvPr/>
        </p:nvSpPr>
        <p:spPr>
          <a:xfrm>
            <a:off x="548640" y="26060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we observed</a:t>
            </a:r>
            <a:endParaRPr lang="en-US" sz="1400" dirty="0"/>
          </a:p>
        </p:txBody>
      </p:sp>
      <p:sp>
        <p:nvSpPr>
          <p:cNvPr id="9" name="Implication 1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623560" y="2724912"/>
            <a:ext cx="548640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Implication 1"/>
          <p:cNvSpPr/>
          <p:nvPr/>
        </p:nvSpPr>
        <p:spPr>
          <a:xfrm>
            <a:off x="6400800" y="260604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it means for us</a:t>
            </a:r>
            <a:endParaRPr lang="en-US" sz="1400" dirty="0"/>
          </a:p>
        </p:txBody>
      </p:sp>
      <p:sp>
        <p:nvSpPr>
          <p:cNvPr id="11" name="Finding 2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3657600"/>
            <a:ext cx="11094415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2" name="Finding 2"/>
          <p:cNvSpPr/>
          <p:nvPr/>
        </p:nvSpPr>
        <p:spPr>
          <a:xfrm>
            <a:off x="548640" y="38404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we observed</a:t>
            </a:r>
            <a:endParaRPr lang="en-US" sz="1400" dirty="0"/>
          </a:p>
        </p:txBody>
      </p:sp>
      <p:sp>
        <p:nvSpPr>
          <p:cNvPr id="13" name="Implication 2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623560" y="3959352"/>
            <a:ext cx="548640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4" name="Implication 2"/>
          <p:cNvSpPr/>
          <p:nvPr/>
        </p:nvSpPr>
        <p:spPr>
          <a:xfrm>
            <a:off x="6400800" y="384048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it means for us</a:t>
            </a:r>
            <a:endParaRPr lang="en-US" sz="1400" dirty="0"/>
          </a:p>
        </p:txBody>
      </p:sp>
      <p:sp>
        <p:nvSpPr>
          <p:cNvPr id="15" name="Finding 3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4892040"/>
            <a:ext cx="11094415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6" name="Finding 3"/>
          <p:cNvSpPr/>
          <p:nvPr/>
        </p:nvSpPr>
        <p:spPr>
          <a:xfrm>
            <a:off x="548640" y="507492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we observed</a:t>
            </a:r>
            <a:endParaRPr lang="en-US" sz="1400" dirty="0"/>
          </a:p>
        </p:txBody>
      </p:sp>
      <p:sp>
        <p:nvSpPr>
          <p:cNvPr id="17" name="Implication 3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623560" y="5193792"/>
            <a:ext cx="548640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Implication 3"/>
          <p:cNvSpPr/>
          <p:nvPr/>
        </p:nvSpPr>
        <p:spPr>
          <a:xfrm>
            <a:off x="6400800" y="50749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it means for us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Decoration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011680"/>
            <a:ext cx="11094415" cy="10515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Problem label"/>
          <p:cNvSpPr/>
          <p:nvPr/>
        </p:nvSpPr>
        <p:spPr>
          <a:xfrm>
            <a:off x="822960" y="21762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Problem</a:t>
            </a:r>
            <a:endParaRPr lang="en-US" sz="1000" dirty="0"/>
          </a:p>
        </p:txBody>
      </p:sp>
      <p:sp>
        <p:nvSpPr>
          <p:cNvPr id="7" name="Problem"/>
          <p:cNvSpPr/>
          <p:nvPr/>
        </p:nvSpPr>
        <p:spPr>
          <a:xfrm>
            <a:off x="822960" y="2468880"/>
            <a:ext cx="10545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The problem in one sentence</a:t>
            </a:r>
            <a:endParaRPr lang="en-US" sz="1800" dirty="0"/>
          </a:p>
        </p:txBody>
      </p:sp>
      <p:sp>
        <p:nvSpPr>
          <p:cNvPr id="8" name="Hypothesis 1 label"/>
          <p:cNvSpPr/>
          <p:nvPr/>
        </p:nvSpPr>
        <p:spPr>
          <a:xfrm>
            <a:off x="548640" y="3429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chemeClr val="tx1">
                    <a:lumMod val="50000"/>
                    <a:lumOff val="40000"/>
                  </a:schemeClr>
                </a:solidFill>
                <a:latin typeface="+mj-lt"/>
                <a:ea typeface="+mj-ea"/>
                <a:cs typeface="+mj-cs"/>
              </a:rPr>
              <a:t>H1</a:t>
            </a:r>
            <a:endParaRPr lang="en-US" sz="2200" dirty="0"/>
          </a:p>
        </p:txBody>
      </p:sp>
      <p:sp>
        <p:nvSpPr>
          <p:cNvPr id="9" name="Hypothesis 1"/>
          <p:cNvSpPr/>
          <p:nvPr/>
        </p:nvSpPr>
        <p:spPr>
          <a:xfrm>
            <a:off x="548640" y="3931920"/>
            <a:ext cx="3515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Hypothesis to test</a:t>
            </a:r>
            <a:endParaRPr lang="en-US" sz="1600" dirty="0"/>
          </a:p>
        </p:txBody>
      </p:sp>
      <p:sp>
        <p:nvSpPr>
          <p:cNvPr id="10" name="Hypothesis 1 test"/>
          <p:cNvSpPr/>
          <p:nvPr/>
        </p:nvSpPr>
        <p:spPr>
          <a:xfrm>
            <a:off x="548640" y="4617720"/>
            <a:ext cx="35152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How we test it</a:t>
            </a:r>
            <a:endParaRPr lang="en-US" sz="1200" dirty="0"/>
          </a:p>
        </p:txBody>
      </p:sp>
      <p:sp>
        <p:nvSpPr>
          <p:cNvPr id="11" name="Hypothesis 2 label"/>
          <p:cNvSpPr/>
          <p:nvPr/>
        </p:nvSpPr>
        <p:spPr>
          <a:xfrm>
            <a:off x="4338218" y="3429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chemeClr val="tx1">
                    <a:lumMod val="50000"/>
                    <a:lumOff val="40000"/>
                  </a:schemeClr>
                </a:solidFill>
                <a:latin typeface="+mj-lt"/>
                <a:ea typeface="+mj-ea"/>
                <a:cs typeface="+mj-cs"/>
              </a:rPr>
              <a:t>H2</a:t>
            </a:r>
            <a:endParaRPr lang="en-US" sz="2200" dirty="0"/>
          </a:p>
        </p:txBody>
      </p:sp>
      <p:sp>
        <p:nvSpPr>
          <p:cNvPr id="12" name="Hypothesis 2"/>
          <p:cNvSpPr/>
          <p:nvPr/>
        </p:nvSpPr>
        <p:spPr>
          <a:xfrm>
            <a:off x="4338218" y="3931920"/>
            <a:ext cx="3515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Hypothesis to test</a:t>
            </a:r>
            <a:endParaRPr lang="en-US" sz="1600" dirty="0"/>
          </a:p>
        </p:txBody>
      </p:sp>
      <p:sp>
        <p:nvSpPr>
          <p:cNvPr id="13" name="Hypothesis 2 test"/>
          <p:cNvSpPr/>
          <p:nvPr/>
        </p:nvSpPr>
        <p:spPr>
          <a:xfrm>
            <a:off x="4338218" y="4617720"/>
            <a:ext cx="35152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How we test it</a:t>
            </a:r>
            <a:endParaRPr lang="en-US" sz="1200" dirty="0"/>
          </a:p>
        </p:txBody>
      </p:sp>
      <p:sp>
        <p:nvSpPr>
          <p:cNvPr id="14" name="Hypothesis 3 label"/>
          <p:cNvSpPr/>
          <p:nvPr/>
        </p:nvSpPr>
        <p:spPr>
          <a:xfrm>
            <a:off x="8127797" y="3429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chemeClr val="tx1">
                    <a:lumMod val="50000"/>
                    <a:lumOff val="40000"/>
                  </a:schemeClr>
                </a:solidFill>
                <a:latin typeface="+mj-lt"/>
                <a:ea typeface="+mj-ea"/>
                <a:cs typeface="+mj-cs"/>
              </a:rPr>
              <a:t>H3</a:t>
            </a:r>
            <a:endParaRPr lang="en-US" sz="2200" dirty="0"/>
          </a:p>
        </p:txBody>
      </p:sp>
      <p:sp>
        <p:nvSpPr>
          <p:cNvPr id="15" name="Hypothesis 3"/>
          <p:cNvSpPr/>
          <p:nvPr/>
        </p:nvSpPr>
        <p:spPr>
          <a:xfrm>
            <a:off x="8127797" y="3931920"/>
            <a:ext cx="3515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Hypothesis to test</a:t>
            </a:r>
            <a:endParaRPr lang="en-US" sz="1600" dirty="0"/>
          </a:p>
        </p:txBody>
      </p:sp>
      <p:sp>
        <p:nvSpPr>
          <p:cNvPr id="16" name="Hypothesis 3 test"/>
          <p:cNvSpPr/>
          <p:nvPr/>
        </p:nvSpPr>
        <p:spPr>
          <a:xfrm>
            <a:off x="8127797" y="4617720"/>
            <a:ext cx="35152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How we test it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hoto"/>
          <p:cNvSpPr/>
          <p:nvPr/>
        </p:nvSpPr>
        <p:spPr>
          <a:xfrm>
            <a:off x="6583680" y="0"/>
            <a:ext cx="5608015" cy="68580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4" name="Title"/>
          <p:cNvSpPr/>
          <p:nvPr/>
        </p:nvSpPr>
        <p:spPr>
          <a:xfrm>
            <a:off x="548640" y="68580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5" name="Body"/>
          <p:cNvSpPr/>
          <p:nvPr/>
        </p:nvSpPr>
        <p:spPr>
          <a:xfrm>
            <a:off x="548640" y="2103120"/>
            <a:ext cx="54864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Text that the picture illustrates.</a:t>
            </a:r>
            <a:endParaRPr lang="en-US" sz="1600" dirty="0"/>
          </a:p>
        </p:txBody>
      </p:sp>
      <p:sp>
        <p:nvSpPr>
          <p:cNvPr id="6" name="Footer"/>
          <p:cNvSpPr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image credit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hot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3" name="Decoration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3566160"/>
            <a:ext cx="5669280" cy="265176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4" name="Kicker"/>
          <p:cNvSpPr/>
          <p:nvPr/>
        </p:nvSpPr>
        <p:spPr>
          <a:xfrm>
            <a:off x="914400" y="38404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5" name="Title"/>
          <p:cNvSpPr/>
          <p:nvPr/>
        </p:nvSpPr>
        <p:spPr>
          <a:xfrm>
            <a:off x="914400" y="416052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Title over the picture</a:t>
            </a:r>
            <a:endParaRPr lang="en-US" sz="2600" dirty="0"/>
          </a:p>
        </p:txBody>
      </p:sp>
      <p:sp>
        <p:nvSpPr>
          <p:cNvPr id="6" name="Body"/>
          <p:cNvSpPr/>
          <p:nvPr/>
        </p:nvSpPr>
        <p:spPr>
          <a:xfrm>
            <a:off x="914400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One or two lines of context.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4" name="Photo"/>
          <p:cNvSpPr/>
          <p:nvPr/>
        </p:nvSpPr>
        <p:spPr>
          <a:xfrm>
            <a:off x="548640" y="822960"/>
            <a:ext cx="4206240" cy="530352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5" name="Title"/>
          <p:cNvSpPr/>
          <p:nvPr/>
        </p:nvSpPr>
        <p:spPr>
          <a:xfrm>
            <a:off x="5212080" y="82296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Who, what, and the result in one line</a:t>
            </a:r>
            <a:endParaRPr lang="en-US" sz="2600" dirty="0"/>
          </a:p>
        </p:txBody>
      </p:sp>
      <p:sp>
        <p:nvSpPr>
          <p:cNvPr id="6" name="Body"/>
          <p:cNvSpPr/>
          <p:nvPr/>
        </p:nvSpPr>
        <p:spPr>
          <a:xfrm>
            <a:off x="5212080" y="2057400"/>
            <a:ext cx="6400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Context, what was done, and how.</a:t>
            </a:r>
            <a:endParaRPr lang="en-US" sz="1400" dirty="0"/>
          </a:p>
        </p:txBody>
      </p:sp>
      <p:sp>
        <p:nvSpPr>
          <p:cNvPr id="7" name="Result 1 value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212080" y="4069080"/>
            <a:ext cx="1959864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Result 1 value"/>
          <p:cNvSpPr/>
          <p:nvPr/>
        </p:nvSpPr>
        <p:spPr>
          <a:xfrm>
            <a:off x="5212080" y="4206240"/>
            <a:ext cx="1959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3200" dirty="0"/>
          </a:p>
        </p:txBody>
      </p:sp>
      <p:sp>
        <p:nvSpPr>
          <p:cNvPr id="9" name="Result 1 label"/>
          <p:cNvSpPr/>
          <p:nvPr/>
        </p:nvSpPr>
        <p:spPr>
          <a:xfrm>
            <a:off x="5212080" y="4983480"/>
            <a:ext cx="1959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improved</a:t>
            </a:r>
            <a:endParaRPr lang="en-US" sz="1200" dirty="0"/>
          </a:p>
        </p:txBody>
      </p:sp>
      <p:sp>
        <p:nvSpPr>
          <p:cNvPr id="10" name="Result 2 value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446264" y="4069080"/>
            <a:ext cx="1959864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Result 2 value"/>
          <p:cNvSpPr/>
          <p:nvPr/>
        </p:nvSpPr>
        <p:spPr>
          <a:xfrm>
            <a:off x="7446264" y="4206240"/>
            <a:ext cx="1959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3200" dirty="0"/>
          </a:p>
        </p:txBody>
      </p:sp>
      <p:sp>
        <p:nvSpPr>
          <p:cNvPr id="12" name="Result 2 label"/>
          <p:cNvSpPr/>
          <p:nvPr/>
        </p:nvSpPr>
        <p:spPr>
          <a:xfrm>
            <a:off x="7446264" y="4983480"/>
            <a:ext cx="1959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improved</a:t>
            </a:r>
            <a:endParaRPr lang="en-US" sz="1200" dirty="0"/>
          </a:p>
        </p:txBody>
      </p:sp>
      <p:sp>
        <p:nvSpPr>
          <p:cNvPr id="13" name="Result 3 value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680448" y="4069080"/>
            <a:ext cx="1959864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4" name="Result 3 value"/>
          <p:cNvSpPr/>
          <p:nvPr/>
        </p:nvSpPr>
        <p:spPr>
          <a:xfrm>
            <a:off x="9680448" y="4206240"/>
            <a:ext cx="1959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3200" dirty="0"/>
          </a:p>
        </p:txBody>
      </p:sp>
      <p:sp>
        <p:nvSpPr>
          <p:cNvPr id="15" name="Result 3 label"/>
          <p:cNvSpPr/>
          <p:nvPr/>
        </p:nvSpPr>
        <p:spPr>
          <a:xfrm>
            <a:off x="9680448" y="4983480"/>
            <a:ext cx="19598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improved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Team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Photo 1"/>
          <p:cNvSpPr/>
          <p:nvPr/>
        </p:nvSpPr>
        <p:spPr>
          <a:xfrm>
            <a:off x="548640" y="2011680"/>
            <a:ext cx="2567864" cy="237744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6" name="Name 1"/>
          <p:cNvSpPr/>
          <p:nvPr/>
        </p:nvSpPr>
        <p:spPr>
          <a:xfrm>
            <a:off x="548640" y="452628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Full name</a:t>
            </a:r>
            <a:endParaRPr lang="en-US" sz="1600" dirty="0"/>
          </a:p>
        </p:txBody>
      </p:sp>
      <p:sp>
        <p:nvSpPr>
          <p:cNvPr id="7" name="Role 1"/>
          <p:cNvSpPr/>
          <p:nvPr/>
        </p:nvSpPr>
        <p:spPr>
          <a:xfrm>
            <a:off x="548640" y="4892040"/>
            <a:ext cx="2567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Role</a:t>
            </a:r>
            <a:endParaRPr lang="en-US" sz="1200" dirty="0"/>
          </a:p>
        </p:txBody>
      </p:sp>
      <p:sp>
        <p:nvSpPr>
          <p:cNvPr id="8" name="Focus 1"/>
          <p:cNvSpPr/>
          <p:nvPr/>
        </p:nvSpPr>
        <p:spPr>
          <a:xfrm>
            <a:off x="548640" y="5257800"/>
            <a:ext cx="2567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Focus or expertise</a:t>
            </a:r>
            <a:endParaRPr lang="en-US" sz="1200" dirty="0"/>
          </a:p>
        </p:txBody>
      </p:sp>
      <p:sp>
        <p:nvSpPr>
          <p:cNvPr id="9" name="Photo 2"/>
          <p:cNvSpPr/>
          <p:nvPr/>
        </p:nvSpPr>
        <p:spPr>
          <a:xfrm>
            <a:off x="3390824" y="2011680"/>
            <a:ext cx="2567864" cy="237744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0" name="Name 2"/>
          <p:cNvSpPr/>
          <p:nvPr/>
        </p:nvSpPr>
        <p:spPr>
          <a:xfrm>
            <a:off x="3390824" y="452628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Full name</a:t>
            </a:r>
            <a:endParaRPr lang="en-US" sz="1600" dirty="0"/>
          </a:p>
        </p:txBody>
      </p:sp>
      <p:sp>
        <p:nvSpPr>
          <p:cNvPr id="11" name="Role 2"/>
          <p:cNvSpPr/>
          <p:nvPr/>
        </p:nvSpPr>
        <p:spPr>
          <a:xfrm>
            <a:off x="3390824" y="4892040"/>
            <a:ext cx="2567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Role</a:t>
            </a:r>
            <a:endParaRPr lang="en-US" sz="1200" dirty="0"/>
          </a:p>
        </p:txBody>
      </p:sp>
      <p:sp>
        <p:nvSpPr>
          <p:cNvPr id="12" name="Focus 2"/>
          <p:cNvSpPr/>
          <p:nvPr/>
        </p:nvSpPr>
        <p:spPr>
          <a:xfrm>
            <a:off x="3390824" y="5257800"/>
            <a:ext cx="2567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Focus or expertise</a:t>
            </a:r>
            <a:endParaRPr lang="en-US" sz="1200" dirty="0"/>
          </a:p>
        </p:txBody>
      </p:sp>
      <p:sp>
        <p:nvSpPr>
          <p:cNvPr id="13" name="Photo 3"/>
          <p:cNvSpPr/>
          <p:nvPr/>
        </p:nvSpPr>
        <p:spPr>
          <a:xfrm>
            <a:off x="6233008" y="2011680"/>
            <a:ext cx="2567864" cy="237744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4" name="Name 3"/>
          <p:cNvSpPr/>
          <p:nvPr/>
        </p:nvSpPr>
        <p:spPr>
          <a:xfrm>
            <a:off x="6233008" y="452628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Full name</a:t>
            </a:r>
            <a:endParaRPr lang="en-US" sz="1600" dirty="0"/>
          </a:p>
        </p:txBody>
      </p:sp>
      <p:sp>
        <p:nvSpPr>
          <p:cNvPr id="15" name="Role 3"/>
          <p:cNvSpPr/>
          <p:nvPr/>
        </p:nvSpPr>
        <p:spPr>
          <a:xfrm>
            <a:off x="6233008" y="4892040"/>
            <a:ext cx="2567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Role</a:t>
            </a:r>
            <a:endParaRPr lang="en-US" sz="1200" dirty="0"/>
          </a:p>
        </p:txBody>
      </p:sp>
      <p:sp>
        <p:nvSpPr>
          <p:cNvPr id="16" name="Focus 3"/>
          <p:cNvSpPr/>
          <p:nvPr/>
        </p:nvSpPr>
        <p:spPr>
          <a:xfrm>
            <a:off x="6233008" y="5257800"/>
            <a:ext cx="2567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Focus or expertise</a:t>
            </a:r>
            <a:endParaRPr lang="en-US" sz="1200" dirty="0"/>
          </a:p>
        </p:txBody>
      </p:sp>
      <p:sp>
        <p:nvSpPr>
          <p:cNvPr id="17" name="Photo 4"/>
          <p:cNvSpPr/>
          <p:nvPr/>
        </p:nvSpPr>
        <p:spPr>
          <a:xfrm>
            <a:off x="9075191" y="2011680"/>
            <a:ext cx="2567864" cy="237744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8" name="Name 4"/>
          <p:cNvSpPr/>
          <p:nvPr/>
        </p:nvSpPr>
        <p:spPr>
          <a:xfrm>
            <a:off x="9075191" y="452628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Full name</a:t>
            </a:r>
            <a:endParaRPr lang="en-US" sz="1600" dirty="0"/>
          </a:p>
        </p:txBody>
      </p:sp>
      <p:sp>
        <p:nvSpPr>
          <p:cNvPr id="19" name="Role 4"/>
          <p:cNvSpPr/>
          <p:nvPr/>
        </p:nvSpPr>
        <p:spPr>
          <a:xfrm>
            <a:off x="9075191" y="4892040"/>
            <a:ext cx="2567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Role</a:t>
            </a:r>
            <a:endParaRPr lang="en-US" sz="1200" dirty="0"/>
          </a:p>
        </p:txBody>
      </p:sp>
      <p:sp>
        <p:nvSpPr>
          <p:cNvPr id="20" name="Focus 4"/>
          <p:cNvSpPr/>
          <p:nvPr/>
        </p:nvSpPr>
        <p:spPr>
          <a:xfrm>
            <a:off x="9075191" y="5257800"/>
            <a:ext cx="2567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Focus or expertise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Subtitle"/>
          <p:cNvSpPr/>
          <p:nvPr/>
        </p:nvSpPr>
        <p:spPr>
          <a:xfrm>
            <a:off x="548640" y="1572768"/>
            <a:ext cx="83208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One line that frames the slide</a:t>
            </a:r>
            <a:endParaRPr lang="en-US" sz="1600" dirty="0"/>
          </a:p>
        </p:txBody>
      </p:sp>
      <p:sp>
        <p:nvSpPr>
          <p:cNvPr id="5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6" name="Content Area"/>
          <p:cNvSpPr/>
          <p:nvPr/>
        </p:nvSpPr>
        <p:spPr>
          <a:xfrm>
            <a:off x="548640" y="2011680"/>
            <a:ext cx="11094415" cy="41605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Content Area"/>
          <p:cNvSpPr/>
          <p:nvPr/>
        </p:nvSpPr>
        <p:spPr>
          <a:xfrm>
            <a:off x="548640" y="2011680"/>
            <a:ext cx="7223760" cy="41605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Points label"/>
          <p:cNvSpPr/>
          <p:nvPr/>
        </p:nvSpPr>
        <p:spPr>
          <a:xfrm>
            <a:off x="8138160" y="2011680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Key points</a:t>
            </a:r>
            <a:endParaRPr lang="en-US" sz="1000" dirty="0"/>
          </a:p>
        </p:txBody>
      </p:sp>
      <p:sp>
        <p:nvSpPr>
          <p:cNvPr id="7" name="Points"/>
          <p:cNvSpPr/>
          <p:nvPr/>
        </p:nvSpPr>
        <p:spPr>
          <a:xfrm>
            <a:off x="8138160" y="2423160"/>
            <a:ext cx="350215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to look at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to look at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to look at</a:t>
            </a:r>
            <a:endParaRPr lang="en-US" sz="1400" dirty="0"/>
          </a:p>
        </p:txBody>
      </p:sp>
      <p:sp>
        <p:nvSpPr>
          <p:cNvPr id="8" name="Decoration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38160" y="4983480"/>
            <a:ext cx="3502152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Takeaway"/>
          <p:cNvSpPr/>
          <p:nvPr/>
        </p:nvSpPr>
        <p:spPr>
          <a:xfrm>
            <a:off x="8138160" y="5120640"/>
            <a:ext cx="3502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So what, in one line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Callout 1 number"/>
          <p:cNvSpPr/>
          <p:nvPr/>
        </p:nvSpPr>
        <p:spPr>
          <a:xfrm>
            <a:off x="548640" y="17830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1</a:t>
            </a:r>
            <a:endParaRPr lang="en-US" sz="2000" dirty="0"/>
          </a:p>
        </p:txBody>
      </p:sp>
      <p:sp>
        <p:nvSpPr>
          <p:cNvPr id="6" name="Callout 1"/>
          <p:cNvSpPr/>
          <p:nvPr/>
        </p:nvSpPr>
        <p:spPr>
          <a:xfrm>
            <a:off x="960120" y="1828800"/>
            <a:ext cx="31037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Thing to notice</a:t>
            </a:r>
            <a:endParaRPr lang="en-US" sz="1200" dirty="0"/>
          </a:p>
        </p:txBody>
      </p:sp>
      <p:sp>
        <p:nvSpPr>
          <p:cNvPr id="7" name="Callout 2 number"/>
          <p:cNvSpPr/>
          <p:nvPr/>
        </p:nvSpPr>
        <p:spPr>
          <a:xfrm>
            <a:off x="4338218" y="17830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2</a:t>
            </a:r>
            <a:endParaRPr lang="en-US" sz="2000" dirty="0"/>
          </a:p>
        </p:txBody>
      </p:sp>
      <p:sp>
        <p:nvSpPr>
          <p:cNvPr id="8" name="Callout 2"/>
          <p:cNvSpPr/>
          <p:nvPr/>
        </p:nvSpPr>
        <p:spPr>
          <a:xfrm>
            <a:off x="4749698" y="1828800"/>
            <a:ext cx="31037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Thing to notice</a:t>
            </a:r>
            <a:endParaRPr lang="en-US" sz="1200" dirty="0"/>
          </a:p>
        </p:txBody>
      </p:sp>
      <p:sp>
        <p:nvSpPr>
          <p:cNvPr id="9" name="Callout 3 number"/>
          <p:cNvSpPr/>
          <p:nvPr/>
        </p:nvSpPr>
        <p:spPr>
          <a:xfrm>
            <a:off x="8127797" y="17830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3</a:t>
            </a:r>
            <a:endParaRPr lang="en-US" sz="2000" dirty="0"/>
          </a:p>
        </p:txBody>
      </p:sp>
      <p:sp>
        <p:nvSpPr>
          <p:cNvPr id="10" name="Callout 3"/>
          <p:cNvSpPr/>
          <p:nvPr/>
        </p:nvSpPr>
        <p:spPr>
          <a:xfrm>
            <a:off x="8539277" y="1828800"/>
            <a:ext cx="31037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Thing to notice</a:t>
            </a:r>
            <a:endParaRPr lang="en-US" sz="1200" dirty="0"/>
          </a:p>
        </p:txBody>
      </p:sp>
      <p:sp>
        <p:nvSpPr>
          <p:cNvPr id="11" name="Content Area"/>
          <p:cNvSpPr/>
          <p:nvPr/>
        </p:nvSpPr>
        <p:spPr>
          <a:xfrm>
            <a:off x="548640" y="2606040"/>
            <a:ext cx="11094415" cy="35661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Heading 1"/>
          <p:cNvSpPr/>
          <p:nvPr/>
        </p:nvSpPr>
        <p:spPr>
          <a:xfrm>
            <a:off x="548640" y="1828800"/>
            <a:ext cx="5364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Visual heading</a:t>
            </a:r>
            <a:endParaRPr lang="en-US" sz="1600" dirty="0"/>
          </a:p>
        </p:txBody>
      </p:sp>
      <p:sp>
        <p:nvSpPr>
          <p:cNvPr id="6" name="Content Area 1"/>
          <p:cNvSpPr/>
          <p:nvPr/>
        </p:nvSpPr>
        <p:spPr>
          <a:xfrm>
            <a:off x="548640" y="2286000"/>
            <a:ext cx="5364328" cy="32004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7" name="Caption 1"/>
          <p:cNvSpPr/>
          <p:nvPr/>
        </p:nvSpPr>
        <p:spPr>
          <a:xfrm>
            <a:off x="548640" y="5577840"/>
            <a:ext cx="5364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What this visual shows</a:t>
            </a:r>
            <a:endParaRPr lang="en-US" sz="1200" dirty="0"/>
          </a:p>
        </p:txBody>
      </p:sp>
      <p:sp>
        <p:nvSpPr>
          <p:cNvPr id="8" name="Heading 2"/>
          <p:cNvSpPr/>
          <p:nvPr/>
        </p:nvSpPr>
        <p:spPr>
          <a:xfrm>
            <a:off x="6278728" y="1828800"/>
            <a:ext cx="5364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Visual heading</a:t>
            </a:r>
            <a:endParaRPr lang="en-US" sz="1600" dirty="0"/>
          </a:p>
        </p:txBody>
      </p:sp>
      <p:sp>
        <p:nvSpPr>
          <p:cNvPr id="9" name="Content Area 2"/>
          <p:cNvSpPr/>
          <p:nvPr/>
        </p:nvSpPr>
        <p:spPr>
          <a:xfrm>
            <a:off x="6278728" y="2286000"/>
            <a:ext cx="5364328" cy="32004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Caption 2"/>
          <p:cNvSpPr/>
          <p:nvPr/>
        </p:nvSpPr>
        <p:spPr>
          <a:xfrm>
            <a:off x="6278728" y="5577840"/>
            <a:ext cx="5364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What this visual shows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Content Area"/>
          <p:cNvSpPr/>
          <p:nvPr/>
        </p:nvSpPr>
        <p:spPr>
          <a:xfrm>
            <a:off x="548640" y="2011680"/>
            <a:ext cx="7589520" cy="41605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Decoration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503920" y="2011680"/>
            <a:ext cx="3136392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" name="KPI 1 value"/>
          <p:cNvSpPr/>
          <p:nvPr/>
        </p:nvSpPr>
        <p:spPr>
          <a:xfrm>
            <a:off x="8503920" y="2148840"/>
            <a:ext cx="3136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4000" dirty="0"/>
          </a:p>
        </p:txBody>
      </p:sp>
      <p:sp>
        <p:nvSpPr>
          <p:cNvPr id="8" name="KPI 1 label"/>
          <p:cNvSpPr/>
          <p:nvPr/>
        </p:nvSpPr>
        <p:spPr>
          <a:xfrm>
            <a:off x="8503920" y="2971800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is measured</a:t>
            </a:r>
            <a:endParaRPr lang="en-US" sz="1400" dirty="0"/>
          </a:p>
        </p:txBody>
      </p:sp>
      <p:sp>
        <p:nvSpPr>
          <p:cNvPr id="9" name="KPI 1 detail"/>
          <p:cNvSpPr/>
          <p:nvPr/>
        </p:nvSpPr>
        <p:spPr>
          <a:xfrm>
            <a:off x="8503920" y="3383280"/>
            <a:ext cx="3136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Context, period or comparison</a:t>
            </a:r>
            <a:endParaRPr lang="en-US" sz="1200" dirty="0"/>
          </a:p>
        </p:txBody>
      </p:sp>
      <p:sp>
        <p:nvSpPr>
          <p:cNvPr id="10" name="Decoration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503920" y="4114800"/>
            <a:ext cx="3136392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KPI 2 value"/>
          <p:cNvSpPr/>
          <p:nvPr/>
        </p:nvSpPr>
        <p:spPr>
          <a:xfrm>
            <a:off x="8503920" y="4251960"/>
            <a:ext cx="3136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4000" dirty="0"/>
          </a:p>
        </p:txBody>
      </p:sp>
      <p:sp>
        <p:nvSpPr>
          <p:cNvPr id="12" name="KPI 2 label"/>
          <p:cNvSpPr/>
          <p:nvPr/>
        </p:nvSpPr>
        <p:spPr>
          <a:xfrm>
            <a:off x="8503920" y="5074920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is measured</a:t>
            </a:r>
            <a:endParaRPr lang="en-US" sz="1400" dirty="0"/>
          </a:p>
        </p:txBody>
      </p:sp>
      <p:sp>
        <p:nvSpPr>
          <p:cNvPr id="13" name="KPI 2 detail"/>
          <p:cNvSpPr/>
          <p:nvPr/>
        </p:nvSpPr>
        <p:spPr>
          <a:xfrm>
            <a:off x="8503920" y="5486400"/>
            <a:ext cx="3136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Context, period or comparison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Heading 1"/>
          <p:cNvSpPr/>
          <p:nvPr/>
        </p:nvSpPr>
        <p:spPr>
          <a:xfrm>
            <a:off x="548640" y="1874520"/>
            <a:ext cx="541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Module heading</a:t>
            </a:r>
            <a:endParaRPr lang="en-US" sz="1000" dirty="0"/>
          </a:p>
        </p:txBody>
      </p:sp>
      <p:sp>
        <p:nvSpPr>
          <p:cNvPr id="6" name="Content Area 1"/>
          <p:cNvSpPr/>
          <p:nvPr/>
        </p:nvSpPr>
        <p:spPr>
          <a:xfrm>
            <a:off x="548640" y="2194560"/>
            <a:ext cx="5410048" cy="17373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7" name="Heading 2"/>
          <p:cNvSpPr/>
          <p:nvPr/>
        </p:nvSpPr>
        <p:spPr>
          <a:xfrm>
            <a:off x="6233008" y="1874520"/>
            <a:ext cx="541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Module heading</a:t>
            </a:r>
            <a:endParaRPr lang="en-US" sz="1000" dirty="0"/>
          </a:p>
        </p:txBody>
      </p:sp>
      <p:sp>
        <p:nvSpPr>
          <p:cNvPr id="8" name="Content Area 2"/>
          <p:cNvSpPr/>
          <p:nvPr/>
        </p:nvSpPr>
        <p:spPr>
          <a:xfrm>
            <a:off x="6233008" y="2194560"/>
            <a:ext cx="5410048" cy="17373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Heading 3"/>
          <p:cNvSpPr/>
          <p:nvPr/>
        </p:nvSpPr>
        <p:spPr>
          <a:xfrm>
            <a:off x="548640" y="4069080"/>
            <a:ext cx="541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Module heading</a:t>
            </a:r>
            <a:endParaRPr lang="en-US" sz="1000" dirty="0"/>
          </a:p>
        </p:txBody>
      </p:sp>
      <p:sp>
        <p:nvSpPr>
          <p:cNvPr id="10" name="Content Area 3"/>
          <p:cNvSpPr/>
          <p:nvPr/>
        </p:nvSpPr>
        <p:spPr>
          <a:xfrm>
            <a:off x="548640" y="4389120"/>
            <a:ext cx="5410048" cy="17373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1" name="Heading 4"/>
          <p:cNvSpPr/>
          <p:nvPr/>
        </p:nvSpPr>
        <p:spPr>
          <a:xfrm>
            <a:off x="6233008" y="4069080"/>
            <a:ext cx="541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Module heading</a:t>
            </a:r>
            <a:endParaRPr lang="en-US" sz="1000" dirty="0"/>
          </a:p>
        </p:txBody>
      </p:sp>
      <p:sp>
        <p:nvSpPr>
          <p:cNvPr id="12" name="Content Area 4"/>
          <p:cNvSpPr/>
          <p:nvPr/>
        </p:nvSpPr>
        <p:spPr>
          <a:xfrm>
            <a:off x="6233008" y="4389120"/>
            <a:ext cx="5410048" cy="17373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Subtitle"/>
          <p:cNvSpPr/>
          <p:nvPr/>
        </p:nvSpPr>
        <p:spPr>
          <a:xfrm>
            <a:off x="548640" y="1572768"/>
            <a:ext cx="83208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One line that frames the slide</a:t>
            </a:r>
            <a:endParaRPr lang="en-US" sz="1600" dirty="0"/>
          </a:p>
        </p:txBody>
      </p:sp>
      <p:sp>
        <p:nvSpPr>
          <p:cNvPr id="5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6" name="Decoration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377440"/>
            <a:ext cx="3515258" cy="91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7" name="KPI 1 value"/>
          <p:cNvSpPr/>
          <p:nvPr/>
        </p:nvSpPr>
        <p:spPr>
          <a:xfrm>
            <a:off x="548640" y="2560320"/>
            <a:ext cx="35152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6000" dirty="0"/>
          </a:p>
        </p:txBody>
      </p:sp>
      <p:sp>
        <p:nvSpPr>
          <p:cNvPr id="8" name="KPI 1 label"/>
          <p:cNvSpPr/>
          <p:nvPr/>
        </p:nvSpPr>
        <p:spPr>
          <a:xfrm>
            <a:off x="548640" y="3703320"/>
            <a:ext cx="35152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is measured</a:t>
            </a:r>
            <a:endParaRPr lang="en-US" sz="1400" dirty="0"/>
          </a:p>
        </p:txBody>
      </p:sp>
      <p:sp>
        <p:nvSpPr>
          <p:cNvPr id="9" name="KPI 1 detail"/>
          <p:cNvSpPr/>
          <p:nvPr/>
        </p:nvSpPr>
        <p:spPr>
          <a:xfrm>
            <a:off x="548640" y="4114800"/>
            <a:ext cx="3515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Context, period or comparison</a:t>
            </a:r>
            <a:endParaRPr lang="en-US" sz="1200" dirty="0"/>
          </a:p>
        </p:txBody>
      </p:sp>
      <p:sp>
        <p:nvSpPr>
          <p:cNvPr id="10" name="Decoration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38218" y="2377440"/>
            <a:ext cx="3515258" cy="91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11" name="KPI 2 value"/>
          <p:cNvSpPr/>
          <p:nvPr/>
        </p:nvSpPr>
        <p:spPr>
          <a:xfrm>
            <a:off x="4338218" y="2560320"/>
            <a:ext cx="35152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6000" dirty="0"/>
          </a:p>
        </p:txBody>
      </p:sp>
      <p:sp>
        <p:nvSpPr>
          <p:cNvPr id="12" name="KPI 2 label"/>
          <p:cNvSpPr/>
          <p:nvPr/>
        </p:nvSpPr>
        <p:spPr>
          <a:xfrm>
            <a:off x="4338218" y="3703320"/>
            <a:ext cx="35152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is measured</a:t>
            </a:r>
            <a:endParaRPr lang="en-US" sz="1400" dirty="0"/>
          </a:p>
        </p:txBody>
      </p:sp>
      <p:sp>
        <p:nvSpPr>
          <p:cNvPr id="13" name="KPI 2 detail"/>
          <p:cNvSpPr/>
          <p:nvPr/>
        </p:nvSpPr>
        <p:spPr>
          <a:xfrm>
            <a:off x="4338218" y="4114800"/>
            <a:ext cx="3515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Context, period or comparison</a:t>
            </a:r>
            <a:endParaRPr lang="en-US" sz="1200" dirty="0"/>
          </a:p>
        </p:txBody>
      </p:sp>
      <p:sp>
        <p:nvSpPr>
          <p:cNvPr id="14" name="Decoration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27797" y="2377440"/>
            <a:ext cx="3515258" cy="91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15" name="KPI 3 value"/>
          <p:cNvSpPr/>
          <p:nvPr/>
        </p:nvSpPr>
        <p:spPr>
          <a:xfrm>
            <a:off x="8127797" y="2560320"/>
            <a:ext cx="35152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6000" dirty="0"/>
          </a:p>
        </p:txBody>
      </p:sp>
      <p:sp>
        <p:nvSpPr>
          <p:cNvPr id="16" name="KPI 3 label"/>
          <p:cNvSpPr/>
          <p:nvPr/>
        </p:nvSpPr>
        <p:spPr>
          <a:xfrm>
            <a:off x="8127797" y="3703320"/>
            <a:ext cx="35152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is measured</a:t>
            </a:r>
            <a:endParaRPr lang="en-US" sz="1400" dirty="0"/>
          </a:p>
        </p:txBody>
      </p:sp>
      <p:sp>
        <p:nvSpPr>
          <p:cNvPr id="17" name="KPI 3 detail"/>
          <p:cNvSpPr/>
          <p:nvPr/>
        </p:nvSpPr>
        <p:spPr>
          <a:xfrm>
            <a:off x="8127797" y="4114800"/>
            <a:ext cx="3515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Context, period or comparison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Subtitle"/>
          <p:cNvSpPr/>
          <p:nvPr/>
        </p:nvSpPr>
        <p:spPr>
          <a:xfrm>
            <a:off x="548640" y="1572768"/>
            <a:ext cx="83208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One line that frames the slide</a:t>
            </a:r>
            <a:endParaRPr lang="en-US" sz="1600" dirty="0"/>
          </a:p>
        </p:txBody>
      </p:sp>
      <p:sp>
        <p:nvSpPr>
          <p:cNvPr id="5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6" name="Decoration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103120"/>
            <a:ext cx="2602154" cy="31089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7" name="KPI 1 value"/>
          <p:cNvSpPr/>
          <p:nvPr/>
        </p:nvSpPr>
        <p:spPr>
          <a:xfrm>
            <a:off x="822960" y="2377440"/>
            <a:ext cx="20535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4000" dirty="0"/>
          </a:p>
        </p:txBody>
      </p:sp>
      <p:sp>
        <p:nvSpPr>
          <p:cNvPr id="8" name="KPI 1 label"/>
          <p:cNvSpPr/>
          <p:nvPr/>
        </p:nvSpPr>
        <p:spPr>
          <a:xfrm>
            <a:off x="822960" y="3246120"/>
            <a:ext cx="20535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is measured</a:t>
            </a:r>
            <a:endParaRPr lang="en-US" sz="1400" dirty="0"/>
          </a:p>
        </p:txBody>
      </p:sp>
      <p:sp>
        <p:nvSpPr>
          <p:cNvPr id="9" name="KPI 1 detail"/>
          <p:cNvSpPr/>
          <p:nvPr/>
        </p:nvSpPr>
        <p:spPr>
          <a:xfrm>
            <a:off x="822960" y="3657600"/>
            <a:ext cx="20535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Variation and reference</a:t>
            </a:r>
            <a:endParaRPr lang="en-US" sz="1200" dirty="0"/>
          </a:p>
        </p:txBody>
      </p:sp>
      <p:sp>
        <p:nvSpPr>
          <p:cNvPr id="10" name="Decoration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79394" y="2103120"/>
            <a:ext cx="2602154" cy="31089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1" name="KPI 2 value"/>
          <p:cNvSpPr/>
          <p:nvPr/>
        </p:nvSpPr>
        <p:spPr>
          <a:xfrm>
            <a:off x="3653714" y="2377440"/>
            <a:ext cx="20535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4000" dirty="0"/>
          </a:p>
        </p:txBody>
      </p:sp>
      <p:sp>
        <p:nvSpPr>
          <p:cNvPr id="12" name="KPI 2 label"/>
          <p:cNvSpPr/>
          <p:nvPr/>
        </p:nvSpPr>
        <p:spPr>
          <a:xfrm>
            <a:off x="3653714" y="3246120"/>
            <a:ext cx="20535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is measured</a:t>
            </a:r>
            <a:endParaRPr lang="en-US" sz="1400" dirty="0"/>
          </a:p>
        </p:txBody>
      </p:sp>
      <p:sp>
        <p:nvSpPr>
          <p:cNvPr id="13" name="KPI 2 detail"/>
          <p:cNvSpPr/>
          <p:nvPr/>
        </p:nvSpPr>
        <p:spPr>
          <a:xfrm>
            <a:off x="3653714" y="3657600"/>
            <a:ext cx="20535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Variation and reference</a:t>
            </a:r>
            <a:endParaRPr lang="en-US" sz="1200" dirty="0"/>
          </a:p>
        </p:txBody>
      </p:sp>
      <p:sp>
        <p:nvSpPr>
          <p:cNvPr id="14" name="Decoration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0148" y="2103120"/>
            <a:ext cx="2602154" cy="31089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5" name="KPI 3 value"/>
          <p:cNvSpPr/>
          <p:nvPr/>
        </p:nvSpPr>
        <p:spPr>
          <a:xfrm>
            <a:off x="6484468" y="2377440"/>
            <a:ext cx="20535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4000" dirty="0"/>
          </a:p>
        </p:txBody>
      </p:sp>
      <p:sp>
        <p:nvSpPr>
          <p:cNvPr id="16" name="KPI 3 label"/>
          <p:cNvSpPr/>
          <p:nvPr/>
        </p:nvSpPr>
        <p:spPr>
          <a:xfrm>
            <a:off x="6484468" y="3246120"/>
            <a:ext cx="20535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is measured</a:t>
            </a:r>
            <a:endParaRPr lang="en-US" sz="1400" dirty="0"/>
          </a:p>
        </p:txBody>
      </p:sp>
      <p:sp>
        <p:nvSpPr>
          <p:cNvPr id="17" name="KPI 3 detail"/>
          <p:cNvSpPr/>
          <p:nvPr/>
        </p:nvSpPr>
        <p:spPr>
          <a:xfrm>
            <a:off x="6484468" y="3657600"/>
            <a:ext cx="20535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Variation and reference</a:t>
            </a:r>
            <a:endParaRPr lang="en-US" sz="1200" dirty="0"/>
          </a:p>
        </p:txBody>
      </p:sp>
      <p:sp>
        <p:nvSpPr>
          <p:cNvPr id="18" name="Decoration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040901" y="2103120"/>
            <a:ext cx="2602154" cy="31089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9" name="KPI 4 value"/>
          <p:cNvSpPr/>
          <p:nvPr/>
        </p:nvSpPr>
        <p:spPr>
          <a:xfrm>
            <a:off x="9315221" y="2377440"/>
            <a:ext cx="205351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4000" dirty="0"/>
          </a:p>
        </p:txBody>
      </p:sp>
      <p:sp>
        <p:nvSpPr>
          <p:cNvPr id="20" name="KPI 4 label"/>
          <p:cNvSpPr/>
          <p:nvPr/>
        </p:nvSpPr>
        <p:spPr>
          <a:xfrm>
            <a:off x="9315221" y="3246120"/>
            <a:ext cx="205351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is measured</a:t>
            </a:r>
            <a:endParaRPr lang="en-US" sz="1400" dirty="0"/>
          </a:p>
        </p:txBody>
      </p:sp>
      <p:sp>
        <p:nvSpPr>
          <p:cNvPr id="21" name="KPI 4 detail"/>
          <p:cNvSpPr/>
          <p:nvPr/>
        </p:nvSpPr>
        <p:spPr>
          <a:xfrm>
            <a:off x="9315221" y="3657600"/>
            <a:ext cx="20535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Variation and reference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Decoration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1965960"/>
            <a:ext cx="3515258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6" name="KPI 1 value"/>
          <p:cNvSpPr/>
          <p:nvPr/>
        </p:nvSpPr>
        <p:spPr>
          <a:xfrm>
            <a:off x="548640" y="2103120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3600" dirty="0"/>
          </a:p>
        </p:txBody>
      </p:sp>
      <p:sp>
        <p:nvSpPr>
          <p:cNvPr id="7" name="KPI 1 label"/>
          <p:cNvSpPr/>
          <p:nvPr/>
        </p:nvSpPr>
        <p:spPr>
          <a:xfrm>
            <a:off x="548640" y="2880360"/>
            <a:ext cx="35152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is measured</a:t>
            </a:r>
            <a:endParaRPr lang="en-US" sz="1400" dirty="0"/>
          </a:p>
        </p:txBody>
      </p:sp>
      <p:sp>
        <p:nvSpPr>
          <p:cNvPr id="8" name="KPI 1 detail"/>
          <p:cNvSpPr/>
          <p:nvPr/>
        </p:nvSpPr>
        <p:spPr>
          <a:xfrm>
            <a:off x="548640" y="3291840"/>
            <a:ext cx="3515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Context, period or comparison</a:t>
            </a:r>
            <a:endParaRPr lang="en-US" sz="1200" dirty="0"/>
          </a:p>
        </p:txBody>
      </p:sp>
      <p:sp>
        <p:nvSpPr>
          <p:cNvPr id="9" name="Decoration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38218" y="1965960"/>
            <a:ext cx="3515258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0" name="KPI 2 value"/>
          <p:cNvSpPr/>
          <p:nvPr/>
        </p:nvSpPr>
        <p:spPr>
          <a:xfrm>
            <a:off x="4338218" y="2103120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3600" dirty="0"/>
          </a:p>
        </p:txBody>
      </p:sp>
      <p:sp>
        <p:nvSpPr>
          <p:cNvPr id="11" name="KPI 2 label"/>
          <p:cNvSpPr/>
          <p:nvPr/>
        </p:nvSpPr>
        <p:spPr>
          <a:xfrm>
            <a:off x="4338218" y="2880360"/>
            <a:ext cx="35152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is measured</a:t>
            </a:r>
            <a:endParaRPr lang="en-US" sz="1400" dirty="0"/>
          </a:p>
        </p:txBody>
      </p:sp>
      <p:sp>
        <p:nvSpPr>
          <p:cNvPr id="12" name="KPI 2 detail"/>
          <p:cNvSpPr/>
          <p:nvPr/>
        </p:nvSpPr>
        <p:spPr>
          <a:xfrm>
            <a:off x="4338218" y="3291840"/>
            <a:ext cx="3515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Context, period or comparison</a:t>
            </a:r>
            <a:endParaRPr lang="en-US" sz="1200" dirty="0"/>
          </a:p>
        </p:txBody>
      </p:sp>
      <p:sp>
        <p:nvSpPr>
          <p:cNvPr id="13" name="Decoration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27797" y="1965960"/>
            <a:ext cx="3515258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4" name="KPI 3 value"/>
          <p:cNvSpPr/>
          <p:nvPr/>
        </p:nvSpPr>
        <p:spPr>
          <a:xfrm>
            <a:off x="8127797" y="2103120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3600" dirty="0"/>
          </a:p>
        </p:txBody>
      </p:sp>
      <p:sp>
        <p:nvSpPr>
          <p:cNvPr id="15" name="KPI 3 label"/>
          <p:cNvSpPr/>
          <p:nvPr/>
        </p:nvSpPr>
        <p:spPr>
          <a:xfrm>
            <a:off x="8127797" y="2880360"/>
            <a:ext cx="35152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is measured</a:t>
            </a:r>
            <a:endParaRPr lang="en-US" sz="1400" dirty="0"/>
          </a:p>
        </p:txBody>
      </p:sp>
      <p:sp>
        <p:nvSpPr>
          <p:cNvPr id="16" name="KPI 3 detail"/>
          <p:cNvSpPr/>
          <p:nvPr/>
        </p:nvSpPr>
        <p:spPr>
          <a:xfrm>
            <a:off x="8127797" y="3291840"/>
            <a:ext cx="3515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Context, period or comparison</a:t>
            </a:r>
            <a:endParaRPr lang="en-US" sz="1200" dirty="0"/>
          </a:p>
        </p:txBody>
      </p:sp>
      <p:sp>
        <p:nvSpPr>
          <p:cNvPr id="17" name="Decoration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4069080"/>
            <a:ext cx="3515258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8" name="KPI 4 value"/>
          <p:cNvSpPr/>
          <p:nvPr/>
        </p:nvSpPr>
        <p:spPr>
          <a:xfrm>
            <a:off x="548640" y="4206240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3600" dirty="0"/>
          </a:p>
        </p:txBody>
      </p:sp>
      <p:sp>
        <p:nvSpPr>
          <p:cNvPr id="19" name="KPI 4 label"/>
          <p:cNvSpPr/>
          <p:nvPr/>
        </p:nvSpPr>
        <p:spPr>
          <a:xfrm>
            <a:off x="548640" y="4983480"/>
            <a:ext cx="35152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is measured</a:t>
            </a:r>
            <a:endParaRPr lang="en-US" sz="1400" dirty="0"/>
          </a:p>
        </p:txBody>
      </p:sp>
      <p:sp>
        <p:nvSpPr>
          <p:cNvPr id="20" name="KPI 4 detail"/>
          <p:cNvSpPr/>
          <p:nvPr/>
        </p:nvSpPr>
        <p:spPr>
          <a:xfrm>
            <a:off x="548640" y="5394960"/>
            <a:ext cx="3515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Context, period or comparison</a:t>
            </a:r>
            <a:endParaRPr lang="en-US" sz="1200" dirty="0"/>
          </a:p>
        </p:txBody>
      </p:sp>
      <p:sp>
        <p:nvSpPr>
          <p:cNvPr id="21" name="Decoration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38218" y="4069080"/>
            <a:ext cx="3515258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22" name="KPI 5 value"/>
          <p:cNvSpPr/>
          <p:nvPr/>
        </p:nvSpPr>
        <p:spPr>
          <a:xfrm>
            <a:off x="4338218" y="4206240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3600" dirty="0"/>
          </a:p>
        </p:txBody>
      </p:sp>
      <p:sp>
        <p:nvSpPr>
          <p:cNvPr id="23" name="KPI 5 label"/>
          <p:cNvSpPr/>
          <p:nvPr/>
        </p:nvSpPr>
        <p:spPr>
          <a:xfrm>
            <a:off x="4338218" y="4983480"/>
            <a:ext cx="35152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is measured</a:t>
            </a:r>
            <a:endParaRPr lang="en-US" sz="1400" dirty="0"/>
          </a:p>
        </p:txBody>
      </p:sp>
      <p:sp>
        <p:nvSpPr>
          <p:cNvPr id="24" name="KPI 5 detail"/>
          <p:cNvSpPr/>
          <p:nvPr/>
        </p:nvSpPr>
        <p:spPr>
          <a:xfrm>
            <a:off x="4338218" y="5394960"/>
            <a:ext cx="3515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Context, period or comparison</a:t>
            </a:r>
            <a:endParaRPr lang="en-US" sz="1200" dirty="0"/>
          </a:p>
        </p:txBody>
      </p:sp>
      <p:sp>
        <p:nvSpPr>
          <p:cNvPr id="25" name="Decoration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27797" y="4069080"/>
            <a:ext cx="3515258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26" name="KPI 6 value"/>
          <p:cNvSpPr/>
          <p:nvPr/>
        </p:nvSpPr>
        <p:spPr>
          <a:xfrm>
            <a:off x="8127797" y="4206240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3600" dirty="0"/>
          </a:p>
        </p:txBody>
      </p:sp>
      <p:sp>
        <p:nvSpPr>
          <p:cNvPr id="27" name="KPI 6 label"/>
          <p:cNvSpPr/>
          <p:nvPr/>
        </p:nvSpPr>
        <p:spPr>
          <a:xfrm>
            <a:off x="8127797" y="4983480"/>
            <a:ext cx="35152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is measured</a:t>
            </a:r>
            <a:endParaRPr lang="en-US" sz="1400" dirty="0"/>
          </a:p>
        </p:txBody>
      </p:sp>
      <p:sp>
        <p:nvSpPr>
          <p:cNvPr id="28" name="KPI 6 detail"/>
          <p:cNvSpPr/>
          <p:nvPr/>
        </p:nvSpPr>
        <p:spPr>
          <a:xfrm>
            <a:off x="8127797" y="5394960"/>
            <a:ext cx="3515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Context, period or comparison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ation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Kicker"/>
          <p:cNvSpPr/>
          <p:nvPr/>
        </p:nvSpPr>
        <p:spPr>
          <a:xfrm>
            <a:off x="548640" y="411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4" name="Title"/>
          <p:cNvSpPr/>
          <p:nvPr/>
        </p:nvSpPr>
        <p:spPr>
          <a:xfrm>
            <a:off x="548640" y="77724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5" name="Number"/>
          <p:cNvSpPr/>
          <p:nvPr/>
        </p:nvSpPr>
        <p:spPr>
          <a:xfrm>
            <a:off x="548640" y="2926080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8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00</a:t>
            </a:r>
            <a:endParaRPr lang="en-US" sz="8800" dirty="0"/>
          </a:p>
        </p:txBody>
      </p:sp>
      <p:sp>
        <p:nvSpPr>
          <p:cNvPr id="6" name="Number caption"/>
          <p:cNvSpPr/>
          <p:nvPr/>
        </p:nvSpPr>
        <p:spPr>
          <a:xfrm>
            <a:off x="548640" y="44348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What the figure measures</a:t>
            </a:r>
            <a:endParaRPr lang="en-US" sz="1400" dirty="0"/>
          </a:p>
        </p:txBody>
      </p:sp>
      <p:sp>
        <p:nvSpPr>
          <p:cNvPr id="7" name="Breakdown label"/>
          <p:cNvSpPr/>
          <p:nvPr/>
        </p:nvSpPr>
        <p:spPr>
          <a:xfrm>
            <a:off x="5394960" y="14630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Breakdown</a:t>
            </a:r>
            <a:endParaRPr lang="en-US" sz="1000" dirty="0"/>
          </a:p>
        </p:txBody>
      </p:sp>
      <p:sp>
        <p:nvSpPr>
          <p:cNvPr id="8" name="Item 1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394960" y="1874520"/>
            <a:ext cx="6245352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Item 1"/>
          <p:cNvSpPr/>
          <p:nvPr/>
        </p:nvSpPr>
        <p:spPr>
          <a:xfrm>
            <a:off x="5394960" y="205740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Component</a:t>
            </a:r>
            <a:endParaRPr lang="en-US" sz="1400" dirty="0"/>
          </a:p>
        </p:txBody>
      </p:sp>
      <p:sp>
        <p:nvSpPr>
          <p:cNvPr id="10" name="Item 1 value"/>
          <p:cNvSpPr/>
          <p:nvPr/>
        </p:nvSpPr>
        <p:spPr>
          <a:xfrm>
            <a:off x="9692640" y="201168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2400" dirty="0"/>
          </a:p>
        </p:txBody>
      </p:sp>
      <p:sp>
        <p:nvSpPr>
          <p:cNvPr id="11" name="Item 2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394960" y="2880360"/>
            <a:ext cx="6245352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2" name="Item 2"/>
          <p:cNvSpPr/>
          <p:nvPr/>
        </p:nvSpPr>
        <p:spPr>
          <a:xfrm>
            <a:off x="5394960" y="30632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Component</a:t>
            </a:r>
            <a:endParaRPr lang="en-US" sz="1400" dirty="0"/>
          </a:p>
        </p:txBody>
      </p:sp>
      <p:sp>
        <p:nvSpPr>
          <p:cNvPr id="13" name="Item 2 value"/>
          <p:cNvSpPr/>
          <p:nvPr/>
        </p:nvSpPr>
        <p:spPr>
          <a:xfrm>
            <a:off x="9692640" y="301752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2400" dirty="0"/>
          </a:p>
        </p:txBody>
      </p:sp>
      <p:sp>
        <p:nvSpPr>
          <p:cNvPr id="14" name="Item 3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394960" y="3886200"/>
            <a:ext cx="6245352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5" name="Item 3"/>
          <p:cNvSpPr/>
          <p:nvPr/>
        </p:nvSpPr>
        <p:spPr>
          <a:xfrm>
            <a:off x="5394960" y="406908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Component</a:t>
            </a:r>
            <a:endParaRPr lang="en-US" sz="1400" dirty="0"/>
          </a:p>
        </p:txBody>
      </p:sp>
      <p:sp>
        <p:nvSpPr>
          <p:cNvPr id="16" name="Item 3 value"/>
          <p:cNvSpPr/>
          <p:nvPr/>
        </p:nvSpPr>
        <p:spPr>
          <a:xfrm>
            <a:off x="9692640" y="402336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2400" dirty="0"/>
          </a:p>
        </p:txBody>
      </p:sp>
      <p:sp>
        <p:nvSpPr>
          <p:cNvPr id="17" name="Item 4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394960" y="4892040"/>
            <a:ext cx="6245352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8" name="Item 4"/>
          <p:cNvSpPr/>
          <p:nvPr/>
        </p:nvSpPr>
        <p:spPr>
          <a:xfrm>
            <a:off x="5394960" y="507492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Component</a:t>
            </a:r>
            <a:endParaRPr lang="en-US" sz="1400" dirty="0"/>
          </a:p>
        </p:txBody>
      </p:sp>
      <p:sp>
        <p:nvSpPr>
          <p:cNvPr id="19" name="Item 4 value"/>
          <p:cNvSpPr/>
          <p:nvPr/>
        </p:nvSpPr>
        <p:spPr>
          <a:xfrm>
            <a:off x="9692640" y="50292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00</a:t>
            </a:r>
            <a:endParaRPr lang="en-US" sz="2400" dirty="0"/>
          </a:p>
        </p:txBody>
      </p:sp>
      <p:sp>
        <p:nvSpPr>
          <p:cNvPr id="20" name="Footer"/>
          <p:cNvSpPr/>
          <p:nvPr/>
        </p:nvSpPr>
        <p:spPr>
          <a:xfrm>
            <a:off x="539496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graphicFrame>
        <p:nvGraphicFramePr>
          <p:cNvPr id="4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76809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371600"/>
                <a:gridCol w="137160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Header 1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Header 2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Header 3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Header 4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Header 5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Row 1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Row 2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Row 3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Row 4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Row 5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Row 6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akeaway label"/>
          <p:cNvSpPr/>
          <p:nvPr/>
        </p:nvSpPr>
        <p:spPr>
          <a:xfrm>
            <a:off x="8686800" y="20116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Takeaway</a:t>
            </a:r>
            <a:endParaRPr lang="en-US" sz="1000" dirty="0"/>
          </a:p>
        </p:txBody>
      </p:sp>
      <p:sp>
        <p:nvSpPr>
          <p:cNvPr id="7" name="Takeaway"/>
          <p:cNvSpPr/>
          <p:nvPr/>
        </p:nvSpPr>
        <p:spPr>
          <a:xfrm>
            <a:off x="8686800" y="2377440"/>
            <a:ext cx="29535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What the table shows, in two or three lines</a:t>
            </a:r>
            <a:endParaRPr lang="en-US" sz="1600" dirty="0"/>
          </a:p>
        </p:txBody>
      </p:sp>
      <p:sp>
        <p:nvSpPr>
          <p:cNvPr id="8" name="Note"/>
          <p:cNvSpPr/>
          <p:nvPr/>
        </p:nvSpPr>
        <p:spPr>
          <a:xfrm>
            <a:off x="8686800" y="4846320"/>
            <a:ext cx="2953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and scope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graphicFrame>
        <p:nvGraphicFramePr>
          <p:cNvPr id="4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94415" cy="914400"/>
        </p:xfrm>
        <a:graphic>
          <a:graphicData uri="http://schemas.openxmlformats.org/drawingml/2006/table">
            <a:tbl>
              <a:tblPr/>
              <a:tblGrid>
                <a:gridCol w="5943600"/>
                <a:gridCol w="2194560"/>
                <a:gridCol w="1463040"/>
                <a:gridCol w="14932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Action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Owner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Status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Row 1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Row 2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Row 3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Row 4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Row 5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Row 6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Row 7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en-US" sz="110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Decoration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011680"/>
            <a:ext cx="5364328" cy="4160520"/>
          </a:xfrm>
          <a:prstGeom prst="rect">
            <a:avLst/>
          </a:prstGeom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6" name="Option 1 label"/>
          <p:cNvSpPr/>
          <p:nvPr/>
        </p:nvSpPr>
        <p:spPr>
          <a:xfrm>
            <a:off x="822960" y="228600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Option A</a:t>
            </a:r>
            <a:endParaRPr lang="en-US" sz="1000" dirty="0"/>
          </a:p>
        </p:txBody>
      </p:sp>
      <p:sp>
        <p:nvSpPr>
          <p:cNvPr id="7" name="Option 1 name"/>
          <p:cNvSpPr/>
          <p:nvPr/>
        </p:nvSpPr>
        <p:spPr>
          <a:xfrm>
            <a:off x="822960" y="2606040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Name of the option</a:t>
            </a:r>
            <a:endParaRPr lang="en-US" sz="1800" dirty="0"/>
          </a:p>
        </p:txBody>
      </p:sp>
      <p:sp>
        <p:nvSpPr>
          <p:cNvPr id="8" name="Option 1 points"/>
          <p:cNvSpPr/>
          <p:nvPr/>
        </p:nvSpPr>
        <p:spPr>
          <a:xfrm>
            <a:off x="822960" y="3474720"/>
            <a:ext cx="48156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</p:txBody>
      </p:sp>
      <p:sp>
        <p:nvSpPr>
          <p:cNvPr id="9" name="Decoration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2960" y="5394960"/>
            <a:ext cx="4815688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0" name="Option 1 verdict"/>
          <p:cNvSpPr/>
          <p:nvPr/>
        </p:nvSpPr>
        <p:spPr>
          <a:xfrm>
            <a:off x="822960" y="5513832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Verdict in one line</a:t>
            </a:r>
            <a:endParaRPr lang="en-US" sz="1200" dirty="0"/>
          </a:p>
        </p:txBody>
      </p:sp>
      <p:sp>
        <p:nvSpPr>
          <p:cNvPr id="11" name="Decoration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78728" y="2011680"/>
            <a:ext cx="5364328" cy="4160520"/>
          </a:xfrm>
          <a:prstGeom prst="rect">
            <a:avLst/>
          </a:prstGeom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2" name="Option 2 label"/>
          <p:cNvSpPr/>
          <p:nvPr/>
        </p:nvSpPr>
        <p:spPr>
          <a:xfrm>
            <a:off x="6553048" y="228600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Option B</a:t>
            </a:r>
            <a:endParaRPr lang="en-US" sz="1000" dirty="0"/>
          </a:p>
        </p:txBody>
      </p:sp>
      <p:sp>
        <p:nvSpPr>
          <p:cNvPr id="13" name="Option 2 name"/>
          <p:cNvSpPr/>
          <p:nvPr/>
        </p:nvSpPr>
        <p:spPr>
          <a:xfrm>
            <a:off x="6553048" y="2606040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Name of the option</a:t>
            </a:r>
            <a:endParaRPr lang="en-US" sz="1800" dirty="0"/>
          </a:p>
        </p:txBody>
      </p:sp>
      <p:sp>
        <p:nvSpPr>
          <p:cNvPr id="14" name="Option 2 points"/>
          <p:cNvSpPr/>
          <p:nvPr/>
        </p:nvSpPr>
        <p:spPr>
          <a:xfrm>
            <a:off x="6553048" y="3474720"/>
            <a:ext cx="48156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</p:txBody>
      </p:sp>
      <p:sp>
        <p:nvSpPr>
          <p:cNvPr id="15" name="Decoration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53048" y="5394960"/>
            <a:ext cx="4815688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6" name="Option 2 verdict"/>
          <p:cNvSpPr/>
          <p:nvPr/>
        </p:nvSpPr>
        <p:spPr>
          <a:xfrm>
            <a:off x="6553048" y="5513832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Verdict in one line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Decoration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011680"/>
            <a:ext cx="6766560" cy="41605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Option 1 label"/>
          <p:cNvSpPr/>
          <p:nvPr/>
        </p:nvSpPr>
        <p:spPr>
          <a:xfrm>
            <a:off x="822960" y="228600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Recommended</a:t>
            </a:r>
            <a:endParaRPr lang="en-US" sz="1000" dirty="0"/>
          </a:p>
        </p:txBody>
      </p:sp>
      <p:sp>
        <p:nvSpPr>
          <p:cNvPr id="7" name="Option 1 name"/>
          <p:cNvSpPr/>
          <p:nvPr/>
        </p:nvSpPr>
        <p:spPr>
          <a:xfrm>
            <a:off x="822960" y="2606040"/>
            <a:ext cx="6217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Name of the option</a:t>
            </a:r>
            <a:endParaRPr lang="en-US" sz="2200" dirty="0"/>
          </a:p>
        </p:txBody>
      </p:sp>
      <p:sp>
        <p:nvSpPr>
          <p:cNvPr id="8" name="Option 1 points"/>
          <p:cNvSpPr/>
          <p:nvPr/>
        </p:nvSpPr>
        <p:spPr>
          <a:xfrm>
            <a:off x="822960" y="3474720"/>
            <a:ext cx="6217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</p:txBody>
      </p:sp>
      <p:sp>
        <p:nvSpPr>
          <p:cNvPr id="9" name="Decoration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2960" y="5394960"/>
            <a:ext cx="6217920" cy="91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0" name="Option 1 verdict"/>
          <p:cNvSpPr/>
          <p:nvPr/>
        </p:nvSpPr>
        <p:spPr>
          <a:xfrm>
            <a:off x="822960" y="5513832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Verdict in one line</a:t>
            </a:r>
            <a:endParaRPr lang="en-US" sz="1200" dirty="0"/>
          </a:p>
        </p:txBody>
      </p:sp>
      <p:sp>
        <p:nvSpPr>
          <p:cNvPr id="11" name="Decoration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589520" y="2011680"/>
            <a:ext cx="4053535" cy="4160520"/>
          </a:xfrm>
          <a:prstGeom prst="rect">
            <a:avLst/>
          </a:prstGeom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2" name="Option 2 label"/>
          <p:cNvSpPr/>
          <p:nvPr/>
        </p:nvSpPr>
        <p:spPr>
          <a:xfrm>
            <a:off x="7863840" y="2286000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Alternative</a:t>
            </a:r>
            <a:endParaRPr lang="en-US" sz="1000" dirty="0"/>
          </a:p>
        </p:txBody>
      </p:sp>
      <p:sp>
        <p:nvSpPr>
          <p:cNvPr id="13" name="Option 2 name"/>
          <p:cNvSpPr/>
          <p:nvPr/>
        </p:nvSpPr>
        <p:spPr>
          <a:xfrm>
            <a:off x="7863840" y="2606040"/>
            <a:ext cx="3504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Name of the option</a:t>
            </a:r>
            <a:endParaRPr lang="en-US" sz="1800" dirty="0"/>
          </a:p>
        </p:txBody>
      </p:sp>
      <p:sp>
        <p:nvSpPr>
          <p:cNvPr id="14" name="Option 2 points"/>
          <p:cNvSpPr/>
          <p:nvPr/>
        </p:nvSpPr>
        <p:spPr>
          <a:xfrm>
            <a:off x="7863840" y="3474720"/>
            <a:ext cx="35048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</p:txBody>
      </p:sp>
      <p:sp>
        <p:nvSpPr>
          <p:cNvPr id="15" name="Decoration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63840" y="5394960"/>
            <a:ext cx="3504895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6" name="Option 2 verdict"/>
          <p:cNvSpPr/>
          <p:nvPr/>
        </p:nvSpPr>
        <p:spPr>
          <a:xfrm>
            <a:off x="7863840" y="5513832"/>
            <a:ext cx="3504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Verdict in one line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Decoration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011680"/>
            <a:ext cx="3515258" cy="4160520"/>
          </a:xfrm>
          <a:prstGeom prst="rect">
            <a:avLst/>
          </a:prstGeom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6" name="Option 1 label"/>
          <p:cNvSpPr/>
          <p:nvPr/>
        </p:nvSpPr>
        <p:spPr>
          <a:xfrm>
            <a:off x="822960" y="228600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Option A</a:t>
            </a:r>
            <a:endParaRPr lang="en-US" sz="1000" dirty="0"/>
          </a:p>
        </p:txBody>
      </p:sp>
      <p:sp>
        <p:nvSpPr>
          <p:cNvPr id="7" name="Option 1 name"/>
          <p:cNvSpPr/>
          <p:nvPr/>
        </p:nvSpPr>
        <p:spPr>
          <a:xfrm>
            <a:off x="822960" y="2606040"/>
            <a:ext cx="29666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Name of the option</a:t>
            </a:r>
            <a:endParaRPr lang="en-US" sz="1800" dirty="0"/>
          </a:p>
        </p:txBody>
      </p:sp>
      <p:sp>
        <p:nvSpPr>
          <p:cNvPr id="8" name="Option 1 points"/>
          <p:cNvSpPr/>
          <p:nvPr/>
        </p:nvSpPr>
        <p:spPr>
          <a:xfrm>
            <a:off x="822960" y="3474720"/>
            <a:ext cx="296661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</p:txBody>
      </p:sp>
      <p:sp>
        <p:nvSpPr>
          <p:cNvPr id="9" name="Decoration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2960" y="5394960"/>
            <a:ext cx="2966618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0" name="Option 1 verdict"/>
          <p:cNvSpPr/>
          <p:nvPr/>
        </p:nvSpPr>
        <p:spPr>
          <a:xfrm>
            <a:off x="822960" y="5513832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Verdict in one line</a:t>
            </a:r>
            <a:endParaRPr lang="en-US" sz="1200" dirty="0"/>
          </a:p>
        </p:txBody>
      </p:sp>
      <p:sp>
        <p:nvSpPr>
          <p:cNvPr id="11" name="Decoration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38218" y="2011680"/>
            <a:ext cx="3515258" cy="4160520"/>
          </a:xfrm>
          <a:prstGeom prst="rect">
            <a:avLst/>
          </a:prstGeom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2" name="Option 2 label"/>
          <p:cNvSpPr/>
          <p:nvPr/>
        </p:nvSpPr>
        <p:spPr>
          <a:xfrm>
            <a:off x="4612538" y="228600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Option B</a:t>
            </a:r>
            <a:endParaRPr lang="en-US" sz="1000" dirty="0"/>
          </a:p>
        </p:txBody>
      </p:sp>
      <p:sp>
        <p:nvSpPr>
          <p:cNvPr id="13" name="Option 2 name"/>
          <p:cNvSpPr/>
          <p:nvPr/>
        </p:nvSpPr>
        <p:spPr>
          <a:xfrm>
            <a:off x="4612538" y="2606040"/>
            <a:ext cx="29666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Name of the option</a:t>
            </a:r>
            <a:endParaRPr lang="en-US" sz="1800" dirty="0"/>
          </a:p>
        </p:txBody>
      </p:sp>
      <p:sp>
        <p:nvSpPr>
          <p:cNvPr id="14" name="Option 2 points"/>
          <p:cNvSpPr/>
          <p:nvPr/>
        </p:nvSpPr>
        <p:spPr>
          <a:xfrm>
            <a:off x="4612538" y="3474720"/>
            <a:ext cx="296661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</p:txBody>
      </p:sp>
      <p:sp>
        <p:nvSpPr>
          <p:cNvPr id="15" name="Decoration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612538" y="5394960"/>
            <a:ext cx="2966618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6" name="Option 2 verdict"/>
          <p:cNvSpPr/>
          <p:nvPr/>
        </p:nvSpPr>
        <p:spPr>
          <a:xfrm>
            <a:off x="4612538" y="5513832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Verdict in one line</a:t>
            </a:r>
            <a:endParaRPr lang="en-US" sz="1200" dirty="0"/>
          </a:p>
        </p:txBody>
      </p:sp>
      <p:sp>
        <p:nvSpPr>
          <p:cNvPr id="17" name="Decoration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27797" y="2011680"/>
            <a:ext cx="3515258" cy="4160520"/>
          </a:xfrm>
          <a:prstGeom prst="rect">
            <a:avLst/>
          </a:prstGeom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8" name="Option 3 label"/>
          <p:cNvSpPr/>
          <p:nvPr/>
        </p:nvSpPr>
        <p:spPr>
          <a:xfrm>
            <a:off x="8402117" y="228600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Option C</a:t>
            </a:r>
            <a:endParaRPr lang="en-US" sz="1000" dirty="0"/>
          </a:p>
        </p:txBody>
      </p:sp>
      <p:sp>
        <p:nvSpPr>
          <p:cNvPr id="19" name="Option 3 name"/>
          <p:cNvSpPr/>
          <p:nvPr/>
        </p:nvSpPr>
        <p:spPr>
          <a:xfrm>
            <a:off x="8402117" y="2606040"/>
            <a:ext cx="29666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Name of the option</a:t>
            </a:r>
            <a:endParaRPr lang="en-US" sz="1800" dirty="0"/>
          </a:p>
        </p:txBody>
      </p:sp>
      <p:sp>
        <p:nvSpPr>
          <p:cNvPr id="20" name="Option 3 points"/>
          <p:cNvSpPr/>
          <p:nvPr/>
        </p:nvSpPr>
        <p:spPr>
          <a:xfrm>
            <a:off x="8402117" y="3474720"/>
            <a:ext cx="296661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Characteristic</a:t>
            </a:r>
            <a:endParaRPr lang="en-US" sz="1400" dirty="0"/>
          </a:p>
        </p:txBody>
      </p:sp>
      <p:sp>
        <p:nvSpPr>
          <p:cNvPr id="21" name="Decoration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02117" y="5394960"/>
            <a:ext cx="2966618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22" name="Option 3 verdict"/>
          <p:cNvSpPr/>
          <p:nvPr/>
        </p:nvSpPr>
        <p:spPr>
          <a:xfrm>
            <a:off x="8402117" y="5513832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Verdict in one line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Decoration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011680"/>
            <a:ext cx="5029200" cy="41605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Left label"/>
          <p:cNvSpPr/>
          <p:nvPr/>
        </p:nvSpPr>
        <p:spPr>
          <a:xfrm>
            <a:off x="868680" y="22860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Today</a:t>
            </a:r>
            <a:endParaRPr lang="en-US" sz="1000" dirty="0"/>
          </a:p>
        </p:txBody>
      </p:sp>
      <p:sp>
        <p:nvSpPr>
          <p:cNvPr id="7" name="Left points"/>
          <p:cNvSpPr/>
          <p:nvPr/>
        </p:nvSpPr>
        <p:spPr>
          <a:xfrm>
            <a:off x="868680" y="2697480"/>
            <a:ext cx="43891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Current situation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Current situation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Current situation</a:t>
            </a:r>
            <a:endParaRPr lang="en-US" sz="1400" dirty="0"/>
          </a:p>
        </p:txBody>
      </p:sp>
      <p:sp>
        <p:nvSpPr>
          <p:cNvPr id="8" name="Decoration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06440" y="4069080"/>
            <a:ext cx="594360" cy="91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  <a:tailEnd type="triangle"/>
          </a:ln>
        </p:spPr>
      </p:sp>
      <p:sp>
        <p:nvSpPr>
          <p:cNvPr id="9" name="Decoration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613855" y="2011680"/>
            <a:ext cx="5029200" cy="41605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Right label"/>
          <p:cNvSpPr/>
          <p:nvPr/>
        </p:nvSpPr>
        <p:spPr>
          <a:xfrm>
            <a:off x="6933895" y="22860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Tomorrow</a:t>
            </a:r>
            <a:endParaRPr lang="en-US" sz="1000" dirty="0"/>
          </a:p>
        </p:txBody>
      </p:sp>
      <p:sp>
        <p:nvSpPr>
          <p:cNvPr id="11" name="Right points"/>
          <p:cNvSpPr/>
          <p:nvPr/>
        </p:nvSpPr>
        <p:spPr>
          <a:xfrm>
            <a:off x="6933895" y="2697480"/>
            <a:ext cx="43891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Target situation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Target situation</a:t>
            </a:r>
            <a:endParaRPr lang="en-US" sz="1400" dirty="0"/>
          </a:p>
          <a:p>
            <a:pPr algn="l" marL="190500" indent="-190500">
              <a:lnSpc>
                <a:spcPct val="11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Target situation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 summary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Decoration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011680"/>
            <a:ext cx="6766560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6" name="Number 1"/>
          <p:cNvSpPr/>
          <p:nvPr/>
        </p:nvSpPr>
        <p:spPr>
          <a:xfrm>
            <a:off x="548640" y="217627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chemeClr val="tx1">
                    <a:lumMod val="50000"/>
                    <a:lumOff val="40000"/>
                  </a:schemeClr>
                </a:solidFill>
                <a:latin typeface="+mj-lt"/>
                <a:ea typeface="+mj-ea"/>
                <a:cs typeface="+mj-cs"/>
              </a:rPr>
              <a:t>1</a:t>
            </a:r>
            <a:endParaRPr lang="en-US" sz="2200" dirty="0"/>
          </a:p>
        </p:txBody>
      </p:sp>
      <p:sp>
        <p:nvSpPr>
          <p:cNvPr id="7" name="Point 1"/>
          <p:cNvSpPr/>
          <p:nvPr/>
        </p:nvSpPr>
        <p:spPr>
          <a:xfrm>
            <a:off x="1188720" y="219456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Key point to remember</a:t>
            </a:r>
            <a:endParaRPr lang="en-US" sz="1400" dirty="0"/>
          </a:p>
        </p:txBody>
      </p:sp>
      <p:sp>
        <p:nvSpPr>
          <p:cNvPr id="8" name="Point 2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3035808"/>
            <a:ext cx="6766560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9" name="Number 2"/>
          <p:cNvSpPr/>
          <p:nvPr/>
        </p:nvSpPr>
        <p:spPr>
          <a:xfrm>
            <a:off x="548640" y="32004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chemeClr val="tx1">
                    <a:lumMod val="50000"/>
                    <a:lumOff val="40000"/>
                  </a:schemeClr>
                </a:solidFill>
                <a:latin typeface="+mj-lt"/>
                <a:ea typeface="+mj-ea"/>
                <a:cs typeface="+mj-cs"/>
              </a:rPr>
              <a:t>2</a:t>
            </a:r>
            <a:endParaRPr lang="en-US" sz="2200" dirty="0"/>
          </a:p>
        </p:txBody>
      </p:sp>
      <p:sp>
        <p:nvSpPr>
          <p:cNvPr id="10" name="Point 2"/>
          <p:cNvSpPr/>
          <p:nvPr/>
        </p:nvSpPr>
        <p:spPr>
          <a:xfrm>
            <a:off x="1188720" y="3218688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Key point to remember</a:t>
            </a:r>
            <a:endParaRPr lang="en-US" sz="1400" dirty="0"/>
          </a:p>
        </p:txBody>
      </p:sp>
      <p:sp>
        <p:nvSpPr>
          <p:cNvPr id="11" name="Point 3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4059936"/>
            <a:ext cx="6766560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2" name="Number 3"/>
          <p:cNvSpPr/>
          <p:nvPr/>
        </p:nvSpPr>
        <p:spPr>
          <a:xfrm>
            <a:off x="548640" y="422452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chemeClr val="tx1">
                    <a:lumMod val="50000"/>
                    <a:lumOff val="40000"/>
                  </a:schemeClr>
                </a:solidFill>
                <a:latin typeface="+mj-lt"/>
                <a:ea typeface="+mj-ea"/>
                <a:cs typeface="+mj-cs"/>
              </a:rPr>
              <a:t>3</a:t>
            </a:r>
            <a:endParaRPr lang="en-US" sz="2200" dirty="0"/>
          </a:p>
        </p:txBody>
      </p:sp>
      <p:sp>
        <p:nvSpPr>
          <p:cNvPr id="13" name="Point 3"/>
          <p:cNvSpPr/>
          <p:nvPr/>
        </p:nvSpPr>
        <p:spPr>
          <a:xfrm>
            <a:off x="1188720" y="4242816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Key point to remember</a:t>
            </a:r>
            <a:endParaRPr lang="en-US" sz="1400" dirty="0"/>
          </a:p>
        </p:txBody>
      </p:sp>
      <p:sp>
        <p:nvSpPr>
          <p:cNvPr id="14" name="Point 4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5084064"/>
            <a:ext cx="6766560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15" name="Number 4"/>
          <p:cNvSpPr/>
          <p:nvPr/>
        </p:nvSpPr>
        <p:spPr>
          <a:xfrm>
            <a:off x="548640" y="5248656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chemeClr val="tx1">
                    <a:lumMod val="50000"/>
                    <a:lumOff val="40000"/>
                  </a:schemeClr>
                </a:solidFill>
                <a:latin typeface="+mj-lt"/>
                <a:ea typeface="+mj-ea"/>
                <a:cs typeface="+mj-cs"/>
              </a:rPr>
              <a:t>4</a:t>
            </a:r>
            <a:endParaRPr lang="en-US" sz="2200" dirty="0"/>
          </a:p>
        </p:txBody>
      </p:sp>
      <p:sp>
        <p:nvSpPr>
          <p:cNvPr id="16" name="Point 4"/>
          <p:cNvSpPr/>
          <p:nvPr/>
        </p:nvSpPr>
        <p:spPr>
          <a:xfrm>
            <a:off x="1188720" y="5266944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Key point to remember</a:t>
            </a:r>
            <a:endParaRPr lang="en-US" sz="1400" dirty="0"/>
          </a:p>
        </p:txBody>
      </p:sp>
      <p:sp>
        <p:nvSpPr>
          <p:cNvPr id="17" name="Decoration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63840" y="2011680"/>
            <a:ext cx="3779215" cy="40690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8" name="Decision label"/>
          <p:cNvSpPr/>
          <p:nvPr/>
        </p:nvSpPr>
        <p:spPr>
          <a:xfrm>
            <a:off x="818388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Decision requested</a:t>
            </a:r>
            <a:endParaRPr lang="en-US" sz="1000" dirty="0"/>
          </a:p>
        </p:txBody>
      </p:sp>
      <p:sp>
        <p:nvSpPr>
          <p:cNvPr id="19" name="Decision"/>
          <p:cNvSpPr/>
          <p:nvPr/>
        </p:nvSpPr>
        <p:spPr>
          <a:xfrm>
            <a:off x="8183880" y="269748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What we ask the audience to decide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Next steps</a:t>
            </a:r>
            <a:endParaRPr lang="en-US" sz="2600" dirty="0"/>
          </a:p>
        </p:txBody>
      </p:sp>
      <p:sp>
        <p:nvSpPr>
          <p:cNvPr id="4" name="Subtitle"/>
          <p:cNvSpPr/>
          <p:nvPr/>
        </p:nvSpPr>
        <p:spPr>
          <a:xfrm>
            <a:off x="548640" y="1572768"/>
            <a:ext cx="83208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One line that frames the slide</a:t>
            </a:r>
            <a:endParaRPr lang="en-US" sz="1600" dirty="0"/>
          </a:p>
        </p:txBody>
      </p:sp>
      <p:sp>
        <p:nvSpPr>
          <p:cNvPr id="5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6" name="Decoration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788920"/>
            <a:ext cx="11094415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" name="Step 1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679192"/>
            <a:ext cx="219456" cy="219456"/>
          </a:xfrm>
          <a:prstGeom prst="ellipse">
            <a:avLst/>
          </a:prstGeom>
          <a:solidFill>
            <a:schemeClr val="tx1"/>
          </a:solidFill>
          <a:ln w="15875">
            <a:solidFill>
              <a:schemeClr val="tx1"/>
            </a:solidFill>
            <a:prstDash val="solid"/>
          </a:ln>
        </p:spPr>
      </p:sp>
      <p:sp>
        <p:nvSpPr>
          <p:cNvPr id="8" name="Date 1"/>
          <p:cNvSpPr/>
          <p:nvPr/>
        </p:nvSpPr>
        <p:spPr>
          <a:xfrm>
            <a:off x="548640" y="214884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Date</a:t>
            </a:r>
            <a:endParaRPr lang="en-US" sz="1000" dirty="0"/>
          </a:p>
        </p:txBody>
      </p:sp>
      <p:sp>
        <p:nvSpPr>
          <p:cNvPr id="9" name="Step 1"/>
          <p:cNvSpPr/>
          <p:nvPr/>
        </p:nvSpPr>
        <p:spPr>
          <a:xfrm>
            <a:off x="548640" y="315468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Step</a:t>
            </a:r>
            <a:endParaRPr lang="en-US" sz="1600" dirty="0"/>
          </a:p>
        </p:txBody>
      </p:sp>
      <p:sp>
        <p:nvSpPr>
          <p:cNvPr id="10" name="Step 1 detail"/>
          <p:cNvSpPr/>
          <p:nvPr/>
        </p:nvSpPr>
        <p:spPr>
          <a:xfrm>
            <a:off x="548640" y="3931920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will be done</a:t>
            </a:r>
            <a:endParaRPr lang="en-US" sz="1200" dirty="0"/>
          </a:p>
        </p:txBody>
      </p:sp>
      <p:sp>
        <p:nvSpPr>
          <p:cNvPr id="11" name="Owner 1"/>
          <p:cNvSpPr/>
          <p:nvPr/>
        </p:nvSpPr>
        <p:spPr>
          <a:xfrm>
            <a:off x="548640" y="53949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Owner</a:t>
            </a:r>
            <a:endParaRPr lang="en-US" sz="1000" dirty="0"/>
          </a:p>
        </p:txBody>
      </p:sp>
      <p:sp>
        <p:nvSpPr>
          <p:cNvPr id="12" name="Step 2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90824" y="2679192"/>
            <a:ext cx="219456" cy="219456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tx1"/>
            </a:solidFill>
            <a:prstDash val="solid"/>
          </a:ln>
        </p:spPr>
      </p:sp>
      <p:sp>
        <p:nvSpPr>
          <p:cNvPr id="13" name="Date 2"/>
          <p:cNvSpPr/>
          <p:nvPr/>
        </p:nvSpPr>
        <p:spPr>
          <a:xfrm>
            <a:off x="3390824" y="214884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Date</a:t>
            </a:r>
            <a:endParaRPr lang="en-US" sz="1000" dirty="0"/>
          </a:p>
        </p:txBody>
      </p:sp>
      <p:sp>
        <p:nvSpPr>
          <p:cNvPr id="14" name="Step 2"/>
          <p:cNvSpPr/>
          <p:nvPr/>
        </p:nvSpPr>
        <p:spPr>
          <a:xfrm>
            <a:off x="3390824" y="315468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Step</a:t>
            </a:r>
            <a:endParaRPr lang="en-US" sz="1600" dirty="0"/>
          </a:p>
        </p:txBody>
      </p:sp>
      <p:sp>
        <p:nvSpPr>
          <p:cNvPr id="15" name="Step 2 detail"/>
          <p:cNvSpPr/>
          <p:nvPr/>
        </p:nvSpPr>
        <p:spPr>
          <a:xfrm>
            <a:off x="3390824" y="3931920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will be done</a:t>
            </a:r>
            <a:endParaRPr lang="en-US" sz="1200" dirty="0"/>
          </a:p>
        </p:txBody>
      </p:sp>
      <p:sp>
        <p:nvSpPr>
          <p:cNvPr id="16" name="Owner 2"/>
          <p:cNvSpPr/>
          <p:nvPr/>
        </p:nvSpPr>
        <p:spPr>
          <a:xfrm>
            <a:off x="3390824" y="53949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Owner</a:t>
            </a:r>
            <a:endParaRPr lang="en-US" sz="1000" dirty="0"/>
          </a:p>
        </p:txBody>
      </p:sp>
      <p:sp>
        <p:nvSpPr>
          <p:cNvPr id="17" name="Step 3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33008" y="2679192"/>
            <a:ext cx="219456" cy="219456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tx1"/>
            </a:solidFill>
            <a:prstDash val="solid"/>
          </a:ln>
        </p:spPr>
      </p:sp>
      <p:sp>
        <p:nvSpPr>
          <p:cNvPr id="18" name="Date 3"/>
          <p:cNvSpPr/>
          <p:nvPr/>
        </p:nvSpPr>
        <p:spPr>
          <a:xfrm>
            <a:off x="6233008" y="214884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Date</a:t>
            </a:r>
            <a:endParaRPr lang="en-US" sz="1000" dirty="0"/>
          </a:p>
        </p:txBody>
      </p:sp>
      <p:sp>
        <p:nvSpPr>
          <p:cNvPr id="19" name="Step 3"/>
          <p:cNvSpPr/>
          <p:nvPr/>
        </p:nvSpPr>
        <p:spPr>
          <a:xfrm>
            <a:off x="6233008" y="315468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Step</a:t>
            </a:r>
            <a:endParaRPr lang="en-US" sz="1600" dirty="0"/>
          </a:p>
        </p:txBody>
      </p:sp>
      <p:sp>
        <p:nvSpPr>
          <p:cNvPr id="20" name="Step 3 detail"/>
          <p:cNvSpPr/>
          <p:nvPr/>
        </p:nvSpPr>
        <p:spPr>
          <a:xfrm>
            <a:off x="6233008" y="3931920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will be done</a:t>
            </a:r>
            <a:endParaRPr lang="en-US" sz="1200" dirty="0"/>
          </a:p>
        </p:txBody>
      </p:sp>
      <p:sp>
        <p:nvSpPr>
          <p:cNvPr id="21" name="Owner 3"/>
          <p:cNvSpPr/>
          <p:nvPr/>
        </p:nvSpPr>
        <p:spPr>
          <a:xfrm>
            <a:off x="6233008" y="53949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Owner</a:t>
            </a:r>
            <a:endParaRPr lang="en-US" sz="1000" dirty="0"/>
          </a:p>
        </p:txBody>
      </p:sp>
      <p:sp>
        <p:nvSpPr>
          <p:cNvPr id="22" name="Step 4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075191" y="2679192"/>
            <a:ext cx="219456" cy="219456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tx1"/>
            </a:solidFill>
            <a:prstDash val="solid"/>
          </a:ln>
        </p:spPr>
      </p:sp>
      <p:sp>
        <p:nvSpPr>
          <p:cNvPr id="23" name="Date 4"/>
          <p:cNvSpPr/>
          <p:nvPr/>
        </p:nvSpPr>
        <p:spPr>
          <a:xfrm>
            <a:off x="9075191" y="214884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Date</a:t>
            </a:r>
            <a:endParaRPr lang="en-US" sz="1000" dirty="0"/>
          </a:p>
        </p:txBody>
      </p:sp>
      <p:sp>
        <p:nvSpPr>
          <p:cNvPr id="24" name="Step 4"/>
          <p:cNvSpPr/>
          <p:nvPr/>
        </p:nvSpPr>
        <p:spPr>
          <a:xfrm>
            <a:off x="9075191" y="315468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Step</a:t>
            </a:r>
            <a:endParaRPr lang="en-US" sz="1600" dirty="0"/>
          </a:p>
        </p:txBody>
      </p:sp>
      <p:sp>
        <p:nvSpPr>
          <p:cNvPr id="25" name="Step 4 detail"/>
          <p:cNvSpPr/>
          <p:nvPr/>
        </p:nvSpPr>
        <p:spPr>
          <a:xfrm>
            <a:off x="9075191" y="3931920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will be done</a:t>
            </a:r>
            <a:endParaRPr lang="en-US" sz="1200" dirty="0"/>
          </a:p>
        </p:txBody>
      </p:sp>
      <p:sp>
        <p:nvSpPr>
          <p:cNvPr id="26" name="Owner 4"/>
          <p:cNvSpPr/>
          <p:nvPr/>
        </p:nvSpPr>
        <p:spPr>
          <a:xfrm>
            <a:off x="9075191" y="53949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Owner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155448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0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Thank you</a:t>
            </a:r>
            <a:endParaRPr lang="en-US" sz="6000" dirty="0"/>
          </a:p>
        </p:txBody>
      </p:sp>
      <p:sp>
        <p:nvSpPr>
          <p:cNvPr id="3" name="Subtitle"/>
          <p:cNvSpPr/>
          <p:nvPr/>
        </p:nvSpPr>
        <p:spPr>
          <a:xfrm>
            <a:off x="548640" y="29718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Questions, discussion or call to action</a:t>
            </a:r>
            <a:endParaRPr lang="en-US" sz="1600" dirty="0"/>
          </a:p>
        </p:txBody>
      </p:sp>
      <p:sp>
        <p:nvSpPr>
          <p:cNvPr id="4" name="Decoration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4114800"/>
            <a:ext cx="11094415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5" name="Contact 1 name"/>
          <p:cNvSpPr/>
          <p:nvPr/>
        </p:nvSpPr>
        <p:spPr>
          <a:xfrm>
            <a:off x="548640" y="4297680"/>
            <a:ext cx="3515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Full name</a:t>
            </a:r>
            <a:endParaRPr lang="en-US" sz="1600" dirty="0"/>
          </a:p>
        </p:txBody>
      </p:sp>
      <p:sp>
        <p:nvSpPr>
          <p:cNvPr id="6" name="Contact 1 role"/>
          <p:cNvSpPr/>
          <p:nvPr/>
        </p:nvSpPr>
        <p:spPr>
          <a:xfrm>
            <a:off x="548640" y="4663440"/>
            <a:ext cx="3515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Role</a:t>
            </a:r>
            <a:endParaRPr lang="en-US" sz="1200" dirty="0"/>
          </a:p>
        </p:txBody>
      </p:sp>
      <p:sp>
        <p:nvSpPr>
          <p:cNvPr id="7" name="Contact 1 details"/>
          <p:cNvSpPr/>
          <p:nvPr/>
        </p:nvSpPr>
        <p:spPr>
          <a:xfrm>
            <a:off x="548640" y="4983480"/>
            <a:ext cx="3515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Email or phone</a:t>
            </a:r>
            <a:endParaRPr lang="en-US" sz="1200" dirty="0"/>
          </a:p>
        </p:txBody>
      </p:sp>
      <p:sp>
        <p:nvSpPr>
          <p:cNvPr id="8" name="Contact 2 name"/>
          <p:cNvSpPr/>
          <p:nvPr/>
        </p:nvSpPr>
        <p:spPr>
          <a:xfrm>
            <a:off x="4338218" y="4297680"/>
            <a:ext cx="3515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Full name</a:t>
            </a:r>
            <a:endParaRPr lang="en-US" sz="1600" dirty="0"/>
          </a:p>
        </p:txBody>
      </p:sp>
      <p:sp>
        <p:nvSpPr>
          <p:cNvPr id="9" name="Contact 2 role"/>
          <p:cNvSpPr/>
          <p:nvPr/>
        </p:nvSpPr>
        <p:spPr>
          <a:xfrm>
            <a:off x="4338218" y="4663440"/>
            <a:ext cx="3515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Role</a:t>
            </a:r>
            <a:endParaRPr lang="en-US" sz="1200" dirty="0"/>
          </a:p>
        </p:txBody>
      </p:sp>
      <p:sp>
        <p:nvSpPr>
          <p:cNvPr id="10" name="Contact 2 details"/>
          <p:cNvSpPr/>
          <p:nvPr/>
        </p:nvSpPr>
        <p:spPr>
          <a:xfrm>
            <a:off x="4338218" y="4983480"/>
            <a:ext cx="3515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Email or phone</a:t>
            </a:r>
            <a:endParaRPr lang="en-US" sz="1200" dirty="0"/>
          </a:p>
        </p:txBody>
      </p:sp>
      <p:sp>
        <p:nvSpPr>
          <p:cNvPr id="11" name="Contact 3 name"/>
          <p:cNvSpPr/>
          <p:nvPr/>
        </p:nvSpPr>
        <p:spPr>
          <a:xfrm>
            <a:off x="8127797" y="4297680"/>
            <a:ext cx="3515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Full name</a:t>
            </a:r>
            <a:endParaRPr lang="en-US" sz="1600" dirty="0"/>
          </a:p>
        </p:txBody>
      </p:sp>
      <p:sp>
        <p:nvSpPr>
          <p:cNvPr id="12" name="Contact 3 role"/>
          <p:cNvSpPr/>
          <p:nvPr/>
        </p:nvSpPr>
        <p:spPr>
          <a:xfrm>
            <a:off x="8127797" y="4663440"/>
            <a:ext cx="3515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Role</a:t>
            </a:r>
            <a:endParaRPr lang="en-US" sz="1200" dirty="0"/>
          </a:p>
        </p:txBody>
      </p:sp>
      <p:sp>
        <p:nvSpPr>
          <p:cNvPr id="13" name="Contact 3 details"/>
          <p:cNvSpPr/>
          <p:nvPr/>
        </p:nvSpPr>
        <p:spPr>
          <a:xfrm>
            <a:off x="8127797" y="4983480"/>
            <a:ext cx="3515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Email or phone</a:t>
            </a:r>
            <a:endParaRPr lang="en-US" sz="1200" dirty="0"/>
          </a:p>
        </p:txBody>
      </p:sp>
      <p:sp>
        <p:nvSpPr>
          <p:cNvPr id="1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Decoration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1920240"/>
            <a:ext cx="4572000" cy="425196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Main value"/>
          <p:cNvSpPr/>
          <p:nvPr/>
        </p:nvSpPr>
        <p:spPr>
          <a:xfrm>
            <a:off x="868680" y="219456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72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00</a:t>
            </a:r>
            <a:endParaRPr lang="en-US" sz="7200" dirty="0"/>
          </a:p>
        </p:txBody>
      </p:sp>
      <p:sp>
        <p:nvSpPr>
          <p:cNvPr id="7" name="Main label"/>
          <p:cNvSpPr/>
          <p:nvPr/>
        </p:nvSpPr>
        <p:spPr>
          <a:xfrm>
            <a:off x="868680" y="365760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Main message of the grid</a:t>
            </a:r>
            <a:endParaRPr lang="en-US" sz="2000" dirty="0"/>
          </a:p>
        </p:txBody>
      </p:sp>
      <p:sp>
        <p:nvSpPr>
          <p:cNvPr id="8" name="Main detail"/>
          <p:cNvSpPr/>
          <p:nvPr/>
        </p:nvSpPr>
        <p:spPr>
          <a:xfrm>
            <a:off x="868680" y="484632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Short detail</a:t>
            </a:r>
            <a:endParaRPr lang="en-US" sz="1200" dirty="0"/>
          </a:p>
        </p:txBody>
      </p:sp>
      <p:sp>
        <p:nvSpPr>
          <p:cNvPr id="9" name="Decoration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349240" y="1920240"/>
            <a:ext cx="6293815" cy="20116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Tile 1 heading"/>
          <p:cNvSpPr/>
          <p:nvPr/>
        </p:nvSpPr>
        <p:spPr>
          <a:xfrm>
            <a:off x="5623560" y="2148840"/>
            <a:ext cx="5745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Heading</a:t>
            </a:r>
            <a:endParaRPr lang="en-US" sz="1600" dirty="0"/>
          </a:p>
        </p:txBody>
      </p:sp>
      <p:sp>
        <p:nvSpPr>
          <p:cNvPr id="11" name="Tile 1 body"/>
          <p:cNvSpPr/>
          <p:nvPr/>
        </p:nvSpPr>
        <p:spPr>
          <a:xfrm>
            <a:off x="5623560" y="2651760"/>
            <a:ext cx="57451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Short text</a:t>
            </a:r>
            <a:endParaRPr lang="en-US" sz="1200" dirty="0"/>
          </a:p>
        </p:txBody>
      </p:sp>
      <p:sp>
        <p:nvSpPr>
          <p:cNvPr id="12" name="Decoration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349240" y="4160520"/>
            <a:ext cx="3008376" cy="20116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3" name="Tile 2 heading"/>
          <p:cNvSpPr/>
          <p:nvPr/>
        </p:nvSpPr>
        <p:spPr>
          <a:xfrm>
            <a:off x="5623560" y="4389120"/>
            <a:ext cx="24597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Heading</a:t>
            </a:r>
            <a:endParaRPr lang="en-US" sz="1600" dirty="0"/>
          </a:p>
        </p:txBody>
      </p:sp>
      <p:sp>
        <p:nvSpPr>
          <p:cNvPr id="14" name="Tile 2 body"/>
          <p:cNvSpPr/>
          <p:nvPr/>
        </p:nvSpPr>
        <p:spPr>
          <a:xfrm>
            <a:off x="5623560" y="4892040"/>
            <a:ext cx="24597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Short text</a:t>
            </a:r>
            <a:endParaRPr lang="en-US" sz="1200" dirty="0"/>
          </a:p>
        </p:txBody>
      </p:sp>
      <p:sp>
        <p:nvSpPr>
          <p:cNvPr id="15" name="Decoration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631936" y="4160520"/>
            <a:ext cx="3011119" cy="20116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6" name="Tile 3 heading"/>
          <p:cNvSpPr/>
          <p:nvPr/>
        </p:nvSpPr>
        <p:spPr>
          <a:xfrm>
            <a:off x="8906256" y="4389120"/>
            <a:ext cx="24624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Heading</a:t>
            </a:r>
            <a:endParaRPr lang="en-US" sz="1600" dirty="0"/>
          </a:p>
        </p:txBody>
      </p:sp>
      <p:sp>
        <p:nvSpPr>
          <p:cNvPr id="17" name="Tile 3 body"/>
          <p:cNvSpPr/>
          <p:nvPr/>
        </p:nvSpPr>
        <p:spPr>
          <a:xfrm>
            <a:off x="8906256" y="4892040"/>
            <a:ext cx="246247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Short text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Decoration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1874520"/>
            <a:ext cx="12191695" cy="14630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Band 1 label"/>
          <p:cNvSpPr/>
          <p:nvPr/>
        </p:nvSpPr>
        <p:spPr>
          <a:xfrm>
            <a:off x="548640" y="2148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Theme 1</a:t>
            </a:r>
            <a:endParaRPr lang="en-US" sz="1000" dirty="0"/>
          </a:p>
        </p:txBody>
      </p:sp>
      <p:sp>
        <p:nvSpPr>
          <p:cNvPr id="7" name="Band 1 heading"/>
          <p:cNvSpPr/>
          <p:nvPr/>
        </p:nvSpPr>
        <p:spPr>
          <a:xfrm>
            <a:off x="3017520" y="210312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Heading</a:t>
            </a:r>
            <a:endParaRPr lang="en-US" sz="1800" dirty="0"/>
          </a:p>
        </p:txBody>
      </p:sp>
      <p:sp>
        <p:nvSpPr>
          <p:cNvPr id="8" name="Band 1 body"/>
          <p:cNvSpPr/>
          <p:nvPr/>
        </p:nvSpPr>
        <p:spPr>
          <a:xfrm>
            <a:off x="6583680" y="2130552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Two lines on this theme.</a:t>
            </a:r>
            <a:endParaRPr lang="en-US" sz="1400" dirty="0"/>
          </a:p>
        </p:txBody>
      </p:sp>
      <p:sp>
        <p:nvSpPr>
          <p:cNvPr id="9" name="Band 2 label"/>
          <p:cNvSpPr/>
          <p:nvPr/>
        </p:nvSpPr>
        <p:spPr>
          <a:xfrm>
            <a:off x="548640" y="3611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Theme 2</a:t>
            </a:r>
            <a:endParaRPr lang="en-US" sz="1000" dirty="0"/>
          </a:p>
        </p:txBody>
      </p:sp>
      <p:sp>
        <p:nvSpPr>
          <p:cNvPr id="10" name="Band 2 heading"/>
          <p:cNvSpPr/>
          <p:nvPr/>
        </p:nvSpPr>
        <p:spPr>
          <a:xfrm>
            <a:off x="3017520" y="356616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Heading</a:t>
            </a:r>
            <a:endParaRPr lang="en-US" sz="1800" dirty="0"/>
          </a:p>
        </p:txBody>
      </p:sp>
      <p:sp>
        <p:nvSpPr>
          <p:cNvPr id="11" name="Band 2 body"/>
          <p:cNvSpPr/>
          <p:nvPr/>
        </p:nvSpPr>
        <p:spPr>
          <a:xfrm>
            <a:off x="6583680" y="3593592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Two lines on this theme.</a:t>
            </a:r>
            <a:endParaRPr lang="en-US" sz="1400" dirty="0"/>
          </a:p>
        </p:txBody>
      </p:sp>
      <p:sp>
        <p:nvSpPr>
          <p:cNvPr id="12" name="Decoration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4800600"/>
            <a:ext cx="12191695" cy="14630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3" name="Band 3 label"/>
          <p:cNvSpPr/>
          <p:nvPr/>
        </p:nvSpPr>
        <p:spPr>
          <a:xfrm>
            <a:off x="548640" y="5074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Theme 3</a:t>
            </a:r>
            <a:endParaRPr lang="en-US" sz="1000" dirty="0"/>
          </a:p>
        </p:txBody>
      </p:sp>
      <p:sp>
        <p:nvSpPr>
          <p:cNvPr id="14" name="Band 3 heading"/>
          <p:cNvSpPr/>
          <p:nvPr/>
        </p:nvSpPr>
        <p:spPr>
          <a:xfrm>
            <a:off x="3017520" y="50292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Heading</a:t>
            </a:r>
            <a:endParaRPr lang="en-US" sz="1800" dirty="0"/>
          </a:p>
        </p:txBody>
      </p:sp>
      <p:sp>
        <p:nvSpPr>
          <p:cNvPr id="15" name="Band 3 body"/>
          <p:cNvSpPr/>
          <p:nvPr/>
        </p:nvSpPr>
        <p:spPr>
          <a:xfrm>
            <a:off x="6583680" y="5056632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Two lines on this theme.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68580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5" name="Decoration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514600"/>
            <a:ext cx="11094415" cy="91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6" name="Act 1 title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8640" y="2331720"/>
            <a:ext cx="365760" cy="365760"/>
          </a:xfrm>
          <a:prstGeom prst="rect">
            <a:avLst/>
          </a:prstGeom>
          <a:solidFill>
            <a:schemeClr val="bg1"/>
          </a:solidFill>
          <a:ln w="15875">
            <a:solidFill>
              <a:schemeClr val="tx1"/>
            </a:solidFill>
            <a:prstDash val="solid"/>
          </a:ln>
        </p:spPr>
      </p:sp>
      <p:sp>
        <p:nvSpPr>
          <p:cNvPr id="7" name="Act 1 label"/>
          <p:cNvSpPr/>
          <p:nvPr/>
        </p:nvSpPr>
        <p:spPr>
          <a:xfrm>
            <a:off x="1051560" y="2377440"/>
            <a:ext cx="2064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Act 1</a:t>
            </a:r>
            <a:endParaRPr lang="en-US" sz="1000" dirty="0"/>
          </a:p>
        </p:txBody>
      </p:sp>
      <p:sp>
        <p:nvSpPr>
          <p:cNvPr id="8" name="Act 1 title"/>
          <p:cNvSpPr/>
          <p:nvPr/>
        </p:nvSpPr>
        <p:spPr>
          <a:xfrm>
            <a:off x="548640" y="297180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Act title</a:t>
            </a:r>
            <a:endParaRPr lang="en-US" sz="1800" dirty="0"/>
          </a:p>
        </p:txBody>
      </p:sp>
      <p:sp>
        <p:nvSpPr>
          <p:cNvPr id="9" name="Act 1 body"/>
          <p:cNvSpPr/>
          <p:nvPr/>
        </p:nvSpPr>
        <p:spPr>
          <a:xfrm>
            <a:off x="548640" y="3749040"/>
            <a:ext cx="25678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happens in this act.</a:t>
            </a:r>
            <a:endParaRPr lang="en-US" sz="1400" dirty="0"/>
          </a:p>
        </p:txBody>
      </p:sp>
      <p:sp>
        <p:nvSpPr>
          <p:cNvPr id="10" name="Act 2 title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90824" y="2331720"/>
            <a:ext cx="365760" cy="365760"/>
          </a:xfrm>
          <a:prstGeom prst="rect">
            <a:avLst/>
          </a:prstGeom>
          <a:solidFill>
            <a:schemeClr val="bg1"/>
          </a:solidFill>
          <a:ln w="15875">
            <a:solidFill>
              <a:schemeClr val="tx1"/>
            </a:solidFill>
            <a:prstDash val="solid"/>
          </a:ln>
        </p:spPr>
      </p:sp>
      <p:sp>
        <p:nvSpPr>
          <p:cNvPr id="11" name="Act 2 label"/>
          <p:cNvSpPr/>
          <p:nvPr/>
        </p:nvSpPr>
        <p:spPr>
          <a:xfrm>
            <a:off x="3893744" y="2377440"/>
            <a:ext cx="2064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Act 2</a:t>
            </a:r>
            <a:endParaRPr lang="en-US" sz="1000" dirty="0"/>
          </a:p>
        </p:txBody>
      </p:sp>
      <p:sp>
        <p:nvSpPr>
          <p:cNvPr id="12" name="Act 2 title"/>
          <p:cNvSpPr/>
          <p:nvPr/>
        </p:nvSpPr>
        <p:spPr>
          <a:xfrm>
            <a:off x="3390824" y="297180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Act title</a:t>
            </a:r>
            <a:endParaRPr lang="en-US" sz="1800" dirty="0"/>
          </a:p>
        </p:txBody>
      </p:sp>
      <p:sp>
        <p:nvSpPr>
          <p:cNvPr id="13" name="Act 2 body"/>
          <p:cNvSpPr/>
          <p:nvPr/>
        </p:nvSpPr>
        <p:spPr>
          <a:xfrm>
            <a:off x="3390824" y="3749040"/>
            <a:ext cx="25678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happens in this act.</a:t>
            </a:r>
            <a:endParaRPr lang="en-US" sz="1400" dirty="0"/>
          </a:p>
        </p:txBody>
      </p:sp>
      <p:sp>
        <p:nvSpPr>
          <p:cNvPr id="14" name="Act 3 title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33008" y="2331720"/>
            <a:ext cx="365760" cy="365760"/>
          </a:xfrm>
          <a:prstGeom prst="rect">
            <a:avLst/>
          </a:prstGeom>
          <a:solidFill>
            <a:schemeClr val="bg1"/>
          </a:solidFill>
          <a:ln w="15875">
            <a:solidFill>
              <a:schemeClr val="tx1"/>
            </a:solidFill>
            <a:prstDash val="solid"/>
          </a:ln>
        </p:spPr>
      </p:sp>
      <p:sp>
        <p:nvSpPr>
          <p:cNvPr id="15" name="Act 3 label"/>
          <p:cNvSpPr/>
          <p:nvPr/>
        </p:nvSpPr>
        <p:spPr>
          <a:xfrm>
            <a:off x="6735928" y="2377440"/>
            <a:ext cx="2064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Act 3</a:t>
            </a:r>
            <a:endParaRPr lang="en-US" sz="1000" dirty="0"/>
          </a:p>
        </p:txBody>
      </p:sp>
      <p:sp>
        <p:nvSpPr>
          <p:cNvPr id="16" name="Act 3 title"/>
          <p:cNvSpPr/>
          <p:nvPr/>
        </p:nvSpPr>
        <p:spPr>
          <a:xfrm>
            <a:off x="6233008" y="297180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Act title</a:t>
            </a:r>
            <a:endParaRPr lang="en-US" sz="1800" dirty="0"/>
          </a:p>
        </p:txBody>
      </p:sp>
      <p:sp>
        <p:nvSpPr>
          <p:cNvPr id="17" name="Act 3 body"/>
          <p:cNvSpPr/>
          <p:nvPr/>
        </p:nvSpPr>
        <p:spPr>
          <a:xfrm>
            <a:off x="6233008" y="3749040"/>
            <a:ext cx="25678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happens in this act.</a:t>
            </a:r>
            <a:endParaRPr lang="en-US" sz="1400" dirty="0"/>
          </a:p>
        </p:txBody>
      </p:sp>
      <p:sp>
        <p:nvSpPr>
          <p:cNvPr id="18" name="Act 4 title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075191" y="2331720"/>
            <a:ext cx="365760" cy="365760"/>
          </a:xfrm>
          <a:prstGeom prst="rect">
            <a:avLst/>
          </a:prstGeom>
          <a:solidFill>
            <a:schemeClr val="tx1"/>
          </a:solidFill>
          <a:ln w="15875">
            <a:solidFill>
              <a:schemeClr val="tx1"/>
            </a:solidFill>
            <a:prstDash val="solid"/>
          </a:ln>
        </p:spPr>
      </p:sp>
      <p:sp>
        <p:nvSpPr>
          <p:cNvPr id="19" name="Act 4 label"/>
          <p:cNvSpPr/>
          <p:nvPr/>
        </p:nvSpPr>
        <p:spPr>
          <a:xfrm>
            <a:off x="9578111" y="2377440"/>
            <a:ext cx="2064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Act 4</a:t>
            </a:r>
            <a:endParaRPr lang="en-US" sz="1000" dirty="0"/>
          </a:p>
        </p:txBody>
      </p:sp>
      <p:sp>
        <p:nvSpPr>
          <p:cNvPr id="20" name="Act 4 title"/>
          <p:cNvSpPr/>
          <p:nvPr/>
        </p:nvSpPr>
        <p:spPr>
          <a:xfrm>
            <a:off x="9075191" y="2971800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Act title</a:t>
            </a:r>
            <a:endParaRPr lang="en-US" sz="1800" dirty="0"/>
          </a:p>
        </p:txBody>
      </p:sp>
      <p:sp>
        <p:nvSpPr>
          <p:cNvPr id="21" name="Act 4 body"/>
          <p:cNvSpPr/>
          <p:nvPr/>
        </p:nvSpPr>
        <p:spPr>
          <a:xfrm>
            <a:off x="9075191" y="3749040"/>
            <a:ext cx="256786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What happens in this act.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ation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Kicker"/>
          <p:cNvSpPr/>
          <p:nvPr/>
        </p:nvSpPr>
        <p:spPr>
          <a:xfrm>
            <a:off x="548640" y="548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4" name="Title"/>
          <p:cNvSpPr/>
          <p:nvPr/>
        </p:nvSpPr>
        <p:spPr>
          <a:xfrm>
            <a:off x="548640" y="91440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5" name="Subtitle"/>
          <p:cNvSpPr/>
          <p:nvPr/>
        </p:nvSpPr>
        <p:spPr>
          <a:xfrm>
            <a:off x="548640" y="3474720"/>
            <a:ext cx="3108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Framing line</a:t>
            </a:r>
            <a:endParaRPr lang="en-US" sz="1600" dirty="0"/>
          </a:p>
        </p:txBody>
      </p:sp>
      <p:sp>
        <p:nvSpPr>
          <p:cNvPr id="6" name="Decoration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0" y="914400"/>
            <a:ext cx="3306928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" name="Heading 1"/>
          <p:cNvSpPr/>
          <p:nvPr/>
        </p:nvSpPr>
        <p:spPr>
          <a:xfrm>
            <a:off x="4572000" y="1051560"/>
            <a:ext cx="330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Heading</a:t>
            </a:r>
            <a:endParaRPr lang="en-US" sz="1600" dirty="0"/>
          </a:p>
        </p:txBody>
      </p:sp>
      <p:sp>
        <p:nvSpPr>
          <p:cNvPr id="8" name="Body 1"/>
          <p:cNvSpPr/>
          <p:nvPr/>
        </p:nvSpPr>
        <p:spPr>
          <a:xfrm>
            <a:off x="4572000" y="1600200"/>
            <a:ext cx="3306928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Text for this column.</a:t>
            </a:r>
            <a:endParaRPr lang="en-US" sz="1400" dirty="0"/>
          </a:p>
        </p:txBody>
      </p:sp>
      <p:sp>
        <p:nvSpPr>
          <p:cNvPr id="9" name="Decoration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336128" y="914400"/>
            <a:ext cx="3306928" cy="91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0" name="Heading 2"/>
          <p:cNvSpPr/>
          <p:nvPr/>
        </p:nvSpPr>
        <p:spPr>
          <a:xfrm>
            <a:off x="8336128" y="1051560"/>
            <a:ext cx="330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Heading</a:t>
            </a:r>
            <a:endParaRPr lang="en-US" sz="1600" dirty="0"/>
          </a:p>
        </p:txBody>
      </p:sp>
      <p:sp>
        <p:nvSpPr>
          <p:cNvPr id="11" name="Body 2"/>
          <p:cNvSpPr/>
          <p:nvPr/>
        </p:nvSpPr>
        <p:spPr>
          <a:xfrm>
            <a:off x="8336128" y="1600200"/>
            <a:ext cx="3306928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Text for this column.</a:t>
            </a:r>
            <a:endParaRPr lang="en-US" sz="1400" dirty="0"/>
          </a:p>
        </p:txBody>
      </p:sp>
      <p:sp>
        <p:nvSpPr>
          <p:cNvPr id="12" name="Footer"/>
          <p:cNvSpPr/>
          <p:nvPr/>
        </p:nvSpPr>
        <p:spPr>
          <a:xfrm>
            <a:off x="457200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48640" y="411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b="1" spc="100" kern="0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Section</a:t>
            </a:r>
            <a:endParaRPr lang="en-US" sz="1000" dirty="0"/>
          </a:p>
        </p:txBody>
      </p:sp>
      <p:sp>
        <p:nvSpPr>
          <p:cNvPr id="3" name="Title"/>
          <p:cNvSpPr/>
          <p:nvPr/>
        </p:nvSpPr>
        <p:spPr>
          <a:xfrm>
            <a:off x="548640" y="77724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Slide title states the takeaway</a:t>
            </a:r>
            <a:endParaRPr lang="en-US" sz="2600" dirty="0"/>
          </a:p>
        </p:txBody>
      </p:sp>
      <p:sp>
        <p:nvSpPr>
          <p:cNvPr id="4" name="Subtitle"/>
          <p:cNvSpPr/>
          <p:nvPr/>
        </p:nvSpPr>
        <p:spPr>
          <a:xfrm>
            <a:off x="548640" y="27432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Framing line</a:t>
            </a:r>
            <a:endParaRPr lang="en-US" sz="1600" dirty="0"/>
          </a:p>
        </p:txBody>
      </p:sp>
      <p:sp>
        <p:nvSpPr>
          <p:cNvPr id="5" name="Decoration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257800" y="822960"/>
            <a:ext cx="91" cy="5120640"/>
          </a:xfrm>
          <a:prstGeom prst="line">
            <a:avLst/>
          </a:prstGeom>
          <a:noFill/>
          <a:ln w="9525">
            <a:solidFill>
              <a:schemeClr val="bg1">
                <a:lumMod val="85000"/>
              </a:schemeClr>
            </a:solidFill>
            <a:prstDash val="solid"/>
          </a:ln>
        </p:spPr>
      </p:sp>
      <p:sp>
        <p:nvSpPr>
          <p:cNvPr id="6" name="Step 1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9200" y="749808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7" name="Step 1 number"/>
          <p:cNvSpPr/>
          <p:nvPr/>
        </p:nvSpPr>
        <p:spPr>
          <a:xfrm>
            <a:off x="5029200" y="749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1</a:t>
            </a:r>
            <a:endParaRPr lang="en-US" sz="1400" dirty="0"/>
          </a:p>
        </p:txBody>
      </p:sp>
      <p:sp>
        <p:nvSpPr>
          <p:cNvPr id="8" name="Step 1"/>
          <p:cNvSpPr/>
          <p:nvPr/>
        </p:nvSpPr>
        <p:spPr>
          <a:xfrm>
            <a:off x="5806440" y="73152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Step</a:t>
            </a:r>
            <a:endParaRPr lang="en-US" sz="1600" dirty="0"/>
          </a:p>
        </p:txBody>
      </p:sp>
      <p:sp>
        <p:nvSpPr>
          <p:cNvPr id="9" name="Step 1 detail"/>
          <p:cNvSpPr/>
          <p:nvPr/>
        </p:nvSpPr>
        <p:spPr>
          <a:xfrm>
            <a:off x="5806440" y="114300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One line of detail</a:t>
            </a:r>
            <a:endParaRPr lang="en-US" sz="1200" dirty="0"/>
          </a:p>
        </p:txBody>
      </p:sp>
      <p:sp>
        <p:nvSpPr>
          <p:cNvPr id="10" name="Step 2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9200" y="1847088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1" name="Step 2 number"/>
          <p:cNvSpPr/>
          <p:nvPr/>
        </p:nvSpPr>
        <p:spPr>
          <a:xfrm>
            <a:off x="5029200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2</a:t>
            </a:r>
            <a:endParaRPr lang="en-US" sz="1400" dirty="0"/>
          </a:p>
        </p:txBody>
      </p:sp>
      <p:sp>
        <p:nvSpPr>
          <p:cNvPr id="12" name="Step 2"/>
          <p:cNvSpPr/>
          <p:nvPr/>
        </p:nvSpPr>
        <p:spPr>
          <a:xfrm>
            <a:off x="5806440" y="182880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Step</a:t>
            </a:r>
            <a:endParaRPr lang="en-US" sz="1600" dirty="0"/>
          </a:p>
        </p:txBody>
      </p:sp>
      <p:sp>
        <p:nvSpPr>
          <p:cNvPr id="13" name="Step 2 detail"/>
          <p:cNvSpPr/>
          <p:nvPr/>
        </p:nvSpPr>
        <p:spPr>
          <a:xfrm>
            <a:off x="5806440" y="224028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One line of detail</a:t>
            </a:r>
            <a:endParaRPr lang="en-US" sz="1200" dirty="0"/>
          </a:p>
        </p:txBody>
      </p:sp>
      <p:sp>
        <p:nvSpPr>
          <p:cNvPr id="14" name="Step 3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9200" y="2944368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5" name="Step 3 number"/>
          <p:cNvSpPr/>
          <p:nvPr/>
        </p:nvSpPr>
        <p:spPr>
          <a:xfrm>
            <a:off x="5029200" y="2944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3</a:t>
            </a:r>
            <a:endParaRPr lang="en-US" sz="1400" dirty="0"/>
          </a:p>
        </p:txBody>
      </p:sp>
      <p:sp>
        <p:nvSpPr>
          <p:cNvPr id="16" name="Step 3"/>
          <p:cNvSpPr/>
          <p:nvPr/>
        </p:nvSpPr>
        <p:spPr>
          <a:xfrm>
            <a:off x="5806440" y="292608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Step</a:t>
            </a:r>
            <a:endParaRPr lang="en-US" sz="1600" dirty="0"/>
          </a:p>
        </p:txBody>
      </p:sp>
      <p:sp>
        <p:nvSpPr>
          <p:cNvPr id="17" name="Step 3 detail"/>
          <p:cNvSpPr/>
          <p:nvPr/>
        </p:nvSpPr>
        <p:spPr>
          <a:xfrm>
            <a:off x="5806440" y="333756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One line of detail</a:t>
            </a:r>
            <a:endParaRPr lang="en-US" sz="1200" dirty="0"/>
          </a:p>
        </p:txBody>
      </p:sp>
      <p:sp>
        <p:nvSpPr>
          <p:cNvPr id="18" name="Step 4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9200" y="4041648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9" name="Step 4 number"/>
          <p:cNvSpPr/>
          <p:nvPr/>
        </p:nvSpPr>
        <p:spPr>
          <a:xfrm>
            <a:off x="5029200" y="4041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4</a:t>
            </a:r>
            <a:endParaRPr lang="en-US" sz="1400" dirty="0"/>
          </a:p>
        </p:txBody>
      </p:sp>
      <p:sp>
        <p:nvSpPr>
          <p:cNvPr id="20" name="Step 4"/>
          <p:cNvSpPr/>
          <p:nvPr/>
        </p:nvSpPr>
        <p:spPr>
          <a:xfrm>
            <a:off x="5806440" y="402336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Step</a:t>
            </a:r>
            <a:endParaRPr lang="en-US" sz="1600" dirty="0"/>
          </a:p>
        </p:txBody>
      </p:sp>
      <p:sp>
        <p:nvSpPr>
          <p:cNvPr id="21" name="Step 4 detail"/>
          <p:cNvSpPr/>
          <p:nvPr/>
        </p:nvSpPr>
        <p:spPr>
          <a:xfrm>
            <a:off x="5806440" y="443484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One line of detail</a:t>
            </a:r>
            <a:endParaRPr lang="en-US" sz="1200" dirty="0"/>
          </a:p>
        </p:txBody>
      </p:sp>
      <p:sp>
        <p:nvSpPr>
          <p:cNvPr id="22" name="Step 5 mar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9200" y="5138928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23" name="Step 5 number"/>
          <p:cNvSpPr/>
          <p:nvPr/>
        </p:nvSpPr>
        <p:spPr>
          <a:xfrm>
            <a:off x="5029200" y="5138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5</a:t>
            </a:r>
            <a:endParaRPr lang="en-US" sz="1400" dirty="0"/>
          </a:p>
        </p:txBody>
      </p:sp>
      <p:sp>
        <p:nvSpPr>
          <p:cNvPr id="24" name="Step 5"/>
          <p:cNvSpPr/>
          <p:nvPr/>
        </p:nvSpPr>
        <p:spPr>
          <a:xfrm>
            <a:off x="5806440" y="512064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Step</a:t>
            </a:r>
            <a:endParaRPr lang="en-US" sz="1600" dirty="0"/>
          </a:p>
        </p:txBody>
      </p:sp>
      <p:sp>
        <p:nvSpPr>
          <p:cNvPr id="25" name="Step 5 detail"/>
          <p:cNvSpPr/>
          <p:nvPr/>
        </p:nvSpPr>
        <p:spPr>
          <a:xfrm>
            <a:off x="5806440" y="553212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One line of detail</a:t>
            </a:r>
            <a:endParaRPr lang="en-US" sz="1200" dirty="0"/>
          </a:p>
        </p:txBody>
      </p:sp>
      <p:sp>
        <p:nvSpPr>
          <p:cNvPr id="26" name="Footer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Source or confidentiality note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ke Clean Neutral">
  <a:themeElements>
    <a:clrScheme name="Make Clean Neutral">
      <a:dk1>
        <a:srgbClr val="111111"/>
      </a:dk1>
      <a:lt1>
        <a:srgbClr val="FFFFFF"/>
      </a:lt1>
      <a:dk2>
        <a:srgbClr val="404040"/>
      </a:dk2>
      <a:lt2>
        <a:srgbClr val="F2F2F2"/>
      </a:lt2>
      <a:accent1>
        <a:srgbClr val="1F1F1F"/>
      </a:accent1>
      <a:accent2>
        <a:srgbClr val="595959"/>
      </a:accent2>
      <a:accent3>
        <a:srgbClr val="8C8C8C"/>
      </a:accent3>
      <a:accent4>
        <a:srgbClr val="B3B3B3"/>
      </a:accent4>
      <a:accent5>
        <a:srgbClr val="D0D0D0"/>
      </a:accent5>
      <a:accent6>
        <a:srgbClr val="E6E6E6"/>
      </a:accent6>
      <a:hlink>
        <a:srgbClr val="404040"/>
      </a:hlink>
      <a:folHlink>
        <a:srgbClr val="8C8C8C"/>
      </a:folHlink>
    </a:clrScheme>
    <a:fontScheme name="Make Clean Neutr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</vt:vector>
  </TitlesOfParts>
  <Company>github.com/MaximeRumpler/Make_Clean_PPTX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Make Clean PPTX, layouts</dc:title>
  <dc:subject>PptxGenJS Presentation</dc:subject>
  <dc:creator>Make Clean PPTX</dc:creator>
  <cp:lastModifiedBy>Make Clean PPTX</cp:lastModifiedBy>
  <cp:revision>1</cp:revision>
  <dcterms:created xsi:type="dcterms:W3CDTF">2026-10-25T00:00:00Z</dcterms:created>
  <dcterms:modified xsi:type="dcterms:W3CDTF">2026-10-25T00:00:00Z</dcterms:modified>
</cp:coreProperties>
</file>