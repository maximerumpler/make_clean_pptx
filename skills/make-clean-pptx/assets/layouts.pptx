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1bbd05-d4b7-5f81-89fa-76b862edaec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Message" id="{654d0dda-953f-55a1-8c40-6f183976eb54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Content" id="{680341f9-ae89-5045-8310-774bd47b6189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Data and decision" id="{bdd555b3-da6a-5145-9008-528574a0363d}">
          <p14:sldIdLst>
            <p14:sldId id="296"/>
            <p14:sldId id="297"/>
            <p14:sldId id="298"/>
            <p14:sldId id="299"/>
            <p14:sldId id="300"/>
            <p14:sldId id="301"/>
          </p14:sldIdLst>
        </p14:section>
        <p14:section name="Closing and editorial" id="{c36b8ea4-3897-5e88-808f-1ffe6813424e}">
          <p14:sldIdLst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457200"/>
            <a:ext cx="146304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246888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54864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Author"/>
          <p:cNvSpPr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8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24688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548640" y="4343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760720"/>
            <a:ext cx="11094415" cy="91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6" name="Author"/>
          <p:cNvSpPr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7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" name="Title"/>
          <p:cNvSpPr/>
          <p:nvPr/>
        </p:nvSpPr>
        <p:spPr>
          <a:xfrm>
            <a:off x="548640" y="2057400"/>
            <a:ext cx="1109441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 title</a:t>
            </a:r>
            <a:endParaRPr lang="en-US" sz="5400" dirty="0"/>
          </a:p>
        </p:txBody>
      </p:sp>
      <p:sp>
        <p:nvSpPr>
          <p:cNvPr id="4" name="Subtitle"/>
          <p:cNvSpPr/>
          <p:nvPr/>
        </p:nvSpPr>
        <p:spPr>
          <a:xfrm>
            <a:off x="2377440" y="4343400"/>
            <a:ext cx="7436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sets the scene</a:t>
            </a:r>
            <a:endParaRPr lang="en-US" sz="1600" dirty="0"/>
          </a:p>
        </p:txBody>
      </p:sp>
      <p:sp>
        <p:nvSpPr>
          <p:cNvPr id="5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12064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Date"/>
          <p:cNvSpPr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23774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5" name="Subtitle"/>
          <p:cNvSpPr/>
          <p:nvPr/>
        </p:nvSpPr>
        <p:spPr>
          <a:xfrm>
            <a:off x="54864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presentation is about</a:t>
            </a:r>
            <a:endParaRPr lang="en-US" sz="1600" dirty="0"/>
          </a:p>
        </p:txBody>
      </p:sp>
      <p:sp>
        <p:nvSpPr>
          <p:cNvPr id="6" name="Author"/>
          <p:cNvSpPr/>
          <p:nvPr/>
        </p:nvSpPr>
        <p:spPr>
          <a:xfrm>
            <a:off x="54864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  <p:sp>
        <p:nvSpPr>
          <p:cNvPr id="7" name="Date"/>
          <p:cNvSpPr/>
          <p:nvPr/>
        </p:nvSpPr>
        <p:spPr>
          <a:xfrm>
            <a:off x="448056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#1 &gt; Tit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731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Context or event</a:t>
            </a:r>
            <a:endParaRPr lang="en-US" sz="1000" dirty="0"/>
          </a:p>
        </p:txBody>
      </p:sp>
      <p:sp>
        <p:nvSpPr>
          <p:cNvPr id="4" name="Date"/>
          <p:cNvSpPr/>
          <p:nvPr/>
        </p:nvSpPr>
        <p:spPr>
          <a:xfrm>
            <a:off x="548640" y="5897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4480560" y="228600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title</a:t>
            </a:r>
            <a:endParaRPr lang="en-US" sz="4000" dirty="0"/>
          </a:p>
        </p:txBody>
      </p:sp>
      <p:sp>
        <p:nvSpPr>
          <p:cNvPr id="6" name="Subtitle"/>
          <p:cNvSpPr/>
          <p:nvPr/>
        </p:nvSpPr>
        <p:spPr>
          <a:xfrm>
            <a:off x="4480560" y="4160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presentation is about, in one line</a:t>
            </a:r>
            <a:endParaRPr lang="en-US" sz="1600" dirty="0"/>
          </a:p>
        </p:txBody>
      </p:sp>
      <p:sp>
        <p:nvSpPr>
          <p:cNvPr id="7" name="Author"/>
          <p:cNvSpPr/>
          <p:nvPr/>
        </p:nvSpPr>
        <p:spPr>
          <a:xfrm>
            <a:off x="448056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Author or team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Agenda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Item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48640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01</a:t>
            </a:r>
            <a:endParaRPr lang="en-US" sz="2400" dirty="0"/>
          </a:p>
        </p:txBody>
      </p:sp>
      <p:sp>
        <p:nvSpPr>
          <p:cNvPr id="7" name="Item 1"/>
          <p:cNvSpPr/>
          <p:nvPr/>
        </p:nvSpPr>
        <p:spPr>
          <a:xfrm>
            <a:off x="1463040" y="22677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1 title</a:t>
            </a:r>
            <a:endParaRPr lang="en-US" sz="1600" dirty="0"/>
          </a:p>
        </p:txBody>
      </p:sp>
      <p:sp>
        <p:nvSpPr>
          <p:cNvPr id="8" name="Item 1 detail"/>
          <p:cNvSpPr/>
          <p:nvPr/>
        </p:nvSpPr>
        <p:spPr>
          <a:xfrm>
            <a:off x="1463040" y="267004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9" name="Item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210312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6233008" y="2240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02</a:t>
            </a:r>
            <a:endParaRPr lang="en-US" sz="2400" dirty="0"/>
          </a:p>
        </p:txBody>
      </p:sp>
      <p:sp>
        <p:nvSpPr>
          <p:cNvPr id="11" name="Item 2"/>
          <p:cNvSpPr/>
          <p:nvPr/>
        </p:nvSpPr>
        <p:spPr>
          <a:xfrm>
            <a:off x="7147408" y="22677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2 title</a:t>
            </a:r>
            <a:endParaRPr lang="en-US" sz="1600" dirty="0"/>
          </a:p>
        </p:txBody>
      </p:sp>
      <p:sp>
        <p:nvSpPr>
          <p:cNvPr id="12" name="Item 2 detail"/>
          <p:cNvSpPr/>
          <p:nvPr/>
        </p:nvSpPr>
        <p:spPr>
          <a:xfrm>
            <a:off x="7147408" y="267004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13" name="Item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2900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548640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03</a:t>
            </a:r>
            <a:endParaRPr lang="en-US" sz="2400" dirty="0"/>
          </a:p>
        </p:txBody>
      </p:sp>
      <p:sp>
        <p:nvSpPr>
          <p:cNvPr id="15" name="Item 3"/>
          <p:cNvSpPr/>
          <p:nvPr/>
        </p:nvSpPr>
        <p:spPr>
          <a:xfrm>
            <a:off x="1463040" y="359359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3 title</a:t>
            </a:r>
            <a:endParaRPr lang="en-US" sz="1600" dirty="0"/>
          </a:p>
        </p:txBody>
      </p:sp>
      <p:sp>
        <p:nvSpPr>
          <p:cNvPr id="16" name="Item 3 detail"/>
          <p:cNvSpPr/>
          <p:nvPr/>
        </p:nvSpPr>
        <p:spPr>
          <a:xfrm>
            <a:off x="1463040" y="399592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17" name="Item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342900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Number 4"/>
          <p:cNvSpPr/>
          <p:nvPr/>
        </p:nvSpPr>
        <p:spPr>
          <a:xfrm>
            <a:off x="6233008" y="35661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04</a:t>
            </a:r>
            <a:endParaRPr lang="en-US" sz="2400" dirty="0"/>
          </a:p>
        </p:txBody>
      </p:sp>
      <p:sp>
        <p:nvSpPr>
          <p:cNvPr id="19" name="Item 4"/>
          <p:cNvSpPr/>
          <p:nvPr/>
        </p:nvSpPr>
        <p:spPr>
          <a:xfrm>
            <a:off x="7147408" y="359359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4 title</a:t>
            </a:r>
            <a:endParaRPr lang="en-US" sz="1600" dirty="0"/>
          </a:p>
        </p:txBody>
      </p:sp>
      <p:sp>
        <p:nvSpPr>
          <p:cNvPr id="20" name="Item 4 detail"/>
          <p:cNvSpPr/>
          <p:nvPr/>
        </p:nvSpPr>
        <p:spPr>
          <a:xfrm>
            <a:off x="7147408" y="399592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21" name="Item 5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5488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2" name="Number 5"/>
          <p:cNvSpPr/>
          <p:nvPr/>
        </p:nvSpPr>
        <p:spPr>
          <a:xfrm>
            <a:off x="548640" y="4892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05</a:t>
            </a:r>
            <a:endParaRPr lang="en-US" sz="2400" dirty="0"/>
          </a:p>
        </p:txBody>
      </p:sp>
      <p:sp>
        <p:nvSpPr>
          <p:cNvPr id="23" name="Item 5"/>
          <p:cNvSpPr/>
          <p:nvPr/>
        </p:nvSpPr>
        <p:spPr>
          <a:xfrm>
            <a:off x="1463040" y="491947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5 title</a:t>
            </a:r>
            <a:endParaRPr lang="en-US" sz="1600" dirty="0"/>
          </a:p>
        </p:txBody>
      </p:sp>
      <p:sp>
        <p:nvSpPr>
          <p:cNvPr id="24" name="Item 5 detail"/>
          <p:cNvSpPr/>
          <p:nvPr/>
        </p:nvSpPr>
        <p:spPr>
          <a:xfrm>
            <a:off x="1463040" y="532180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25" name="Item 6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4754880"/>
            <a:ext cx="541004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6" name="Number 6"/>
          <p:cNvSpPr/>
          <p:nvPr/>
        </p:nvSpPr>
        <p:spPr>
          <a:xfrm>
            <a:off x="6233008" y="4892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06</a:t>
            </a:r>
            <a:endParaRPr lang="en-US" sz="2400" dirty="0"/>
          </a:p>
        </p:txBody>
      </p:sp>
      <p:sp>
        <p:nvSpPr>
          <p:cNvPr id="27" name="Item 6"/>
          <p:cNvSpPr/>
          <p:nvPr/>
        </p:nvSpPr>
        <p:spPr>
          <a:xfrm>
            <a:off x="7147408" y="491947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 6 title</a:t>
            </a:r>
            <a:endParaRPr lang="en-US" sz="1600" dirty="0"/>
          </a:p>
        </p:txBody>
      </p:sp>
      <p:sp>
        <p:nvSpPr>
          <p:cNvPr id="28" name="Item 6 detail"/>
          <p:cNvSpPr/>
          <p:nvPr/>
        </p:nvSpPr>
        <p:spPr>
          <a:xfrm>
            <a:off x="7147408" y="5321808"/>
            <a:ext cx="449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description of this part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Programme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11094415" cy="9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7" name="Time 1"/>
          <p:cNvSpPr/>
          <p:nvPr/>
        </p:nvSpPr>
        <p:spPr>
          <a:xfrm>
            <a:off x="548640" y="22494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8" name="Session 1"/>
          <p:cNvSpPr/>
          <p:nvPr/>
        </p:nvSpPr>
        <p:spPr>
          <a:xfrm>
            <a:off x="2011680" y="22494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9" name="Owner 1"/>
          <p:cNvSpPr/>
          <p:nvPr/>
        </p:nvSpPr>
        <p:spPr>
          <a:xfrm>
            <a:off x="8412480" y="2249424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10" name="Session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61488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1" name="Time 2"/>
          <p:cNvSpPr/>
          <p:nvPr/>
        </p:nvSpPr>
        <p:spPr>
          <a:xfrm>
            <a:off x="548640" y="29077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12" name="Session 2"/>
          <p:cNvSpPr/>
          <p:nvPr/>
        </p:nvSpPr>
        <p:spPr>
          <a:xfrm>
            <a:off x="2011680" y="290779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13" name="Owner 2"/>
          <p:cNvSpPr/>
          <p:nvPr/>
        </p:nvSpPr>
        <p:spPr>
          <a:xfrm>
            <a:off x="8412480" y="2907792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14" name="Session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419856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5" name="Time 3"/>
          <p:cNvSpPr/>
          <p:nvPr/>
        </p:nvSpPr>
        <p:spPr>
          <a:xfrm>
            <a:off x="54864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16" name="Session 3"/>
          <p:cNvSpPr/>
          <p:nvPr/>
        </p:nvSpPr>
        <p:spPr>
          <a:xfrm>
            <a:off x="2011680" y="35661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17" name="Owner 3"/>
          <p:cNvSpPr/>
          <p:nvPr/>
        </p:nvSpPr>
        <p:spPr>
          <a:xfrm>
            <a:off x="8412480" y="356616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18" name="Session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78224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9" name="Time 4"/>
          <p:cNvSpPr/>
          <p:nvPr/>
        </p:nvSpPr>
        <p:spPr>
          <a:xfrm>
            <a:off x="548640" y="422452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20" name="Session 4"/>
          <p:cNvSpPr/>
          <p:nvPr/>
        </p:nvSpPr>
        <p:spPr>
          <a:xfrm>
            <a:off x="2011680" y="42245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21" name="Owner 4"/>
          <p:cNvSpPr/>
          <p:nvPr/>
        </p:nvSpPr>
        <p:spPr>
          <a:xfrm>
            <a:off x="8412480" y="4224528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22" name="Session 5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736592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3" name="Time 5"/>
          <p:cNvSpPr/>
          <p:nvPr/>
        </p:nvSpPr>
        <p:spPr>
          <a:xfrm>
            <a:off x="548640" y="48828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24" name="Session 5"/>
          <p:cNvSpPr/>
          <p:nvPr/>
        </p:nvSpPr>
        <p:spPr>
          <a:xfrm>
            <a:off x="2011680" y="48828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25" name="Owner 5"/>
          <p:cNvSpPr/>
          <p:nvPr/>
        </p:nvSpPr>
        <p:spPr>
          <a:xfrm>
            <a:off x="8412480" y="4882896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26" name="Session 6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394960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Time 6"/>
          <p:cNvSpPr/>
          <p:nvPr/>
        </p:nvSpPr>
        <p:spPr>
          <a:xfrm>
            <a:off x="548640" y="55412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00:00</a:t>
            </a:r>
            <a:endParaRPr lang="en-US" sz="1600" dirty="0"/>
          </a:p>
        </p:txBody>
      </p:sp>
      <p:sp>
        <p:nvSpPr>
          <p:cNvPr id="28" name="Session 6"/>
          <p:cNvSpPr/>
          <p:nvPr/>
        </p:nvSpPr>
        <p:spPr>
          <a:xfrm>
            <a:off x="2011680" y="55412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Session title</a:t>
            </a:r>
            <a:endParaRPr lang="en-US" sz="1400" dirty="0"/>
          </a:p>
        </p:txBody>
      </p:sp>
      <p:sp>
        <p:nvSpPr>
          <p:cNvPr id="29" name="Owner 6"/>
          <p:cNvSpPr/>
          <p:nvPr/>
        </p:nvSpPr>
        <p:spPr>
          <a:xfrm>
            <a:off x="8412480" y="5541264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Speaker or owner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1"/>
          <p:cNvSpPr/>
          <p:nvPr/>
        </p:nvSpPr>
        <p:spPr>
          <a:xfrm>
            <a:off x="777240" y="15361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Chapter 1</a:t>
            </a:r>
            <a:endParaRPr lang="en-US" sz="1400" dirty="0"/>
          </a:p>
        </p:txBody>
      </p:sp>
      <p:sp>
        <p:nvSpPr>
          <p:cNvPr id="3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240280"/>
            <a:ext cx="54864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Chapter 2"/>
          <p:cNvSpPr/>
          <p:nvPr/>
        </p:nvSpPr>
        <p:spPr>
          <a:xfrm>
            <a:off x="777240" y="23134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Chapter 2</a:t>
            </a:r>
            <a:endParaRPr lang="en-US" sz="1400" dirty="0"/>
          </a:p>
        </p:txBody>
      </p:sp>
      <p:sp>
        <p:nvSpPr>
          <p:cNvPr id="5" name="Chapter 3"/>
          <p:cNvSpPr/>
          <p:nvPr/>
        </p:nvSpPr>
        <p:spPr>
          <a:xfrm>
            <a:off x="77724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Chapter 3</a:t>
            </a:r>
            <a:endParaRPr lang="en-US" sz="1400" dirty="0"/>
          </a:p>
        </p:txBody>
      </p:sp>
      <p:sp>
        <p:nvSpPr>
          <p:cNvPr id="6" name="Chapter 4"/>
          <p:cNvSpPr/>
          <p:nvPr/>
        </p:nvSpPr>
        <p:spPr>
          <a:xfrm>
            <a:off x="777240" y="386791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Chapter 4</a:t>
            </a:r>
            <a:endParaRPr lang="en-US" sz="1400" dirty="0"/>
          </a:p>
        </p:txBody>
      </p:sp>
      <p:sp>
        <p:nvSpPr>
          <p:cNvPr id="7" name="Chapter 5"/>
          <p:cNvSpPr/>
          <p:nvPr/>
        </p:nvSpPr>
        <p:spPr>
          <a:xfrm>
            <a:off x="777240" y="4645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Chapter 5</a:t>
            </a:r>
            <a:endParaRPr lang="en-US" sz="1400" dirty="0"/>
          </a:p>
        </p:txBody>
      </p:sp>
      <p:sp>
        <p:nvSpPr>
          <p:cNvPr id="8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97680" y="1280160"/>
            <a:ext cx="91" cy="42062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9" name="Number"/>
          <p:cNvSpPr/>
          <p:nvPr/>
        </p:nvSpPr>
        <p:spPr>
          <a:xfrm>
            <a:off x="484632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02</a:t>
            </a:r>
            <a:endParaRPr lang="en-US" sz="8000" dirty="0"/>
          </a:p>
        </p:txBody>
      </p:sp>
      <p:sp>
        <p:nvSpPr>
          <p:cNvPr id="10" name="Title"/>
          <p:cNvSpPr/>
          <p:nvPr/>
        </p:nvSpPr>
        <p:spPr>
          <a:xfrm>
            <a:off x="4846320" y="29260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Current chapter title</a:t>
            </a:r>
            <a:endParaRPr lang="en-US" sz="3400" dirty="0"/>
          </a:p>
        </p:txBody>
      </p:sp>
      <p:sp>
        <p:nvSpPr>
          <p:cNvPr id="11" name="Subtitle"/>
          <p:cNvSpPr/>
          <p:nvPr/>
        </p:nvSpPr>
        <p:spPr>
          <a:xfrm>
            <a:off x="4846320" y="42062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this chapter answers</a:t>
            </a:r>
            <a:endParaRPr lang="en-US" sz="1600" dirty="0"/>
          </a:p>
        </p:txBody>
      </p:sp>
      <p:sp>
        <p:nvSpPr>
          <p:cNvPr id="12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/>
          <p:nvPr/>
        </p:nvSpPr>
        <p:spPr>
          <a:xfrm>
            <a:off x="548640" y="12801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accent3"/>
                </a:solidFill>
                <a:latin typeface="+mj-lt"/>
                <a:ea typeface="+mj-ea"/>
                <a:cs typeface="+mj-cs"/>
              </a:rPr>
              <a:t>01</a:t>
            </a:r>
            <a:endParaRPr lang="en-US" sz="9600" dirty="0"/>
          </a:p>
        </p:txBody>
      </p:sp>
      <p:sp>
        <p:nvSpPr>
          <p:cNvPr id="3" name="Title"/>
          <p:cNvSpPr/>
          <p:nvPr/>
        </p:nvSpPr>
        <p:spPr>
          <a:xfrm>
            <a:off x="548640" y="30175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Chapter title</a:t>
            </a:r>
            <a:endParaRPr lang="en-US" sz="4000" dirty="0"/>
          </a:p>
        </p:txBody>
      </p:sp>
      <p:sp>
        <p:nvSpPr>
          <p:cNvPr id="4" name="Subtitle"/>
          <p:cNvSpPr/>
          <p:nvPr/>
        </p:nvSpPr>
        <p:spPr>
          <a:xfrm>
            <a:off x="548640" y="4297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What this chapter covers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2194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Chapter 01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25603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Chapter title</a:t>
            </a:r>
            <a:endParaRPr lang="en-US" sz="3600" dirty="0"/>
          </a:p>
        </p:txBody>
      </p:sp>
      <p:sp>
        <p:nvSpPr>
          <p:cNvPr id="4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2011680"/>
            <a:ext cx="91" cy="310896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5" name="Number"/>
          <p:cNvSpPr/>
          <p:nvPr/>
        </p:nvSpPr>
        <p:spPr>
          <a:xfrm>
            <a:off x="6766560" y="2103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00%</a:t>
            </a:r>
            <a:endParaRPr lang="en-US" sz="8800" dirty="0"/>
          </a:p>
        </p:txBody>
      </p:sp>
      <p:sp>
        <p:nvSpPr>
          <p:cNvPr id="6" name="Number caption"/>
          <p:cNvSpPr/>
          <p:nvPr/>
        </p:nvSpPr>
        <p:spPr>
          <a:xfrm>
            <a:off x="6766560" y="38862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the figure measures and its source</a:t>
            </a:r>
            <a:endParaRPr lang="en-US" sz="1400" dirty="0"/>
          </a:p>
        </p:txBody>
      </p:sp>
      <p:sp>
        <p:nvSpPr>
          <p:cNvPr id="7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Where we are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Left label"/>
          <p:cNvSpPr/>
          <p:nvPr/>
        </p:nvSpPr>
        <p:spPr>
          <a:xfrm>
            <a:off x="548640" y="21031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 far</a:t>
            </a:r>
            <a:endParaRPr lang="en-US" sz="1000" dirty="0"/>
          </a:p>
        </p:txBody>
      </p:sp>
      <p:sp>
        <p:nvSpPr>
          <p:cNvPr id="6" name="Left points"/>
          <p:cNvSpPr/>
          <p:nvPr/>
        </p:nvSpPr>
        <p:spPr>
          <a:xfrm>
            <a:off x="548640" y="2514600"/>
            <a:ext cx="51357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Point already covered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Point already covered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Point already covered</a:t>
            </a:r>
            <a:endParaRPr lang="en-US" sz="1400" dirty="0"/>
          </a:p>
        </p:txBody>
      </p:sp>
      <p:sp>
        <p:nvSpPr>
          <p:cNvPr id="7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848" y="210312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8" name="Right label"/>
          <p:cNvSpPr/>
          <p:nvPr/>
        </p:nvSpPr>
        <p:spPr>
          <a:xfrm>
            <a:off x="6507328" y="2103120"/>
            <a:ext cx="513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</a:t>
            </a:r>
            <a:endParaRPr lang="en-US" sz="1000" dirty="0"/>
          </a:p>
        </p:txBody>
      </p:sp>
      <p:sp>
        <p:nvSpPr>
          <p:cNvPr id="9" name="Right points"/>
          <p:cNvSpPr/>
          <p:nvPr/>
        </p:nvSpPr>
        <p:spPr>
          <a:xfrm>
            <a:off x="6507328" y="2514600"/>
            <a:ext cx="513572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coming next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coming next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Point coming next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1097280" cy="91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3" name="Message"/>
          <p:cNvSpPr/>
          <p:nvPr/>
        </p:nvSpPr>
        <p:spPr>
          <a:xfrm>
            <a:off x="548640" y="22860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one sentence the audience must remember</a:t>
            </a:r>
            <a:endParaRPr lang="en-US" sz="3800" dirty="0"/>
          </a:p>
        </p:txBody>
      </p:sp>
      <p:sp>
        <p:nvSpPr>
          <p:cNvPr id="4" name="Source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supporting detail</a:t>
            </a:r>
            <a:endParaRPr lang="en-US" sz="10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4" name="Number"/>
          <p:cNvSpPr/>
          <p:nvPr/>
        </p:nvSpPr>
        <p:spPr>
          <a:xfrm>
            <a:off x="548640" y="182880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00%</a:t>
            </a:r>
            <a:endParaRPr lang="en-US" sz="11000" dirty="0"/>
          </a:p>
        </p:txBody>
      </p:sp>
      <p:sp>
        <p:nvSpPr>
          <p:cNvPr id="5" name="Number caption"/>
          <p:cNvSpPr/>
          <p:nvPr/>
        </p:nvSpPr>
        <p:spPr>
          <a:xfrm>
            <a:off x="548640" y="39776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What the figure measures</a:t>
            </a:r>
            <a:endParaRPr lang="en-US" sz="14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0" y="2011680"/>
            <a:ext cx="91" cy="347472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7" name="Title"/>
          <p:cNvSpPr/>
          <p:nvPr/>
        </p:nvSpPr>
        <p:spPr>
          <a:xfrm>
            <a:off x="7132320" y="20116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this figure means</a:t>
            </a:r>
            <a:endParaRPr lang="en-US" sz="2600" dirty="0"/>
          </a:p>
        </p:txBody>
      </p:sp>
      <p:sp>
        <p:nvSpPr>
          <p:cNvPr id="8" name="Body"/>
          <p:cNvSpPr/>
          <p:nvPr/>
        </p:nvSpPr>
        <p:spPr>
          <a:xfrm>
            <a:off x="7132320" y="32461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Interpretation in two or three sentences: why it matters and what follows from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737360"/>
            <a:ext cx="73152" cy="31089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Quote"/>
          <p:cNvSpPr/>
          <p:nvPr/>
        </p:nvSpPr>
        <p:spPr>
          <a:xfrm>
            <a:off x="1005840" y="1737360"/>
            <a:ext cx="9601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Quotation, word for word</a:t>
            </a:r>
            <a:endParaRPr lang="en-US" sz="3200" dirty="0"/>
          </a:p>
        </p:txBody>
      </p:sp>
      <p:sp>
        <p:nvSpPr>
          <p:cNvPr id="4" name="Attribution"/>
          <p:cNvSpPr/>
          <p:nvPr/>
        </p:nvSpPr>
        <p:spPr>
          <a:xfrm>
            <a:off x="10058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2"/>
                </a:solidFill>
                <a:latin typeface="+mn-lt"/>
                <a:ea typeface="+mn-ea"/>
                <a:cs typeface="+mn-cs"/>
              </a:rPr>
              <a:t>Name, role, organisation</a:t>
            </a:r>
            <a:endParaRPr lang="en-US" sz="10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1828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The question</a:t>
            </a:r>
            <a:endParaRPr lang="en-US" sz="1000" dirty="0"/>
          </a:p>
        </p:txBody>
      </p:sp>
      <p:sp>
        <p:nvSpPr>
          <p:cNvPr id="3" name="Question"/>
          <p:cNvSpPr/>
          <p:nvPr/>
        </p:nvSpPr>
        <p:spPr>
          <a:xfrm>
            <a:off x="1463040" y="2240280"/>
            <a:ext cx="92656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question this presentation answers?</a:t>
            </a:r>
            <a:endParaRPr lang="en-US" sz="3600" dirty="0"/>
          </a:p>
        </p:txBody>
      </p:sp>
      <p:sp>
        <p:nvSpPr>
          <p:cNvPr id="4" name="Context"/>
          <p:cNvSpPr/>
          <p:nvPr/>
        </p:nvSpPr>
        <p:spPr>
          <a:xfrm>
            <a:off x="2834640" y="4480560"/>
            <a:ext cx="6522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Why the question matters now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94302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position, stated as a full sentence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Argument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48640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endParaRPr lang="en-US" sz="4000" dirty="0"/>
          </a:p>
        </p:txBody>
      </p:sp>
      <p:sp>
        <p:nvSpPr>
          <p:cNvPr id="7" name="Argument 1"/>
          <p:cNvSpPr/>
          <p:nvPr/>
        </p:nvSpPr>
        <p:spPr>
          <a:xfrm>
            <a:off x="548640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Argument in a few words</a:t>
            </a:r>
            <a:endParaRPr lang="en-US" sz="1600" dirty="0"/>
          </a:p>
        </p:txBody>
      </p:sp>
      <p:sp>
        <p:nvSpPr>
          <p:cNvPr id="8" name="Argument 1 detail"/>
          <p:cNvSpPr/>
          <p:nvPr/>
        </p:nvSpPr>
        <p:spPr>
          <a:xfrm>
            <a:off x="548640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Evidence or explanation for this argument.</a:t>
            </a:r>
            <a:endParaRPr lang="en-US" sz="1400" dirty="0"/>
          </a:p>
        </p:txBody>
      </p:sp>
      <p:sp>
        <p:nvSpPr>
          <p:cNvPr id="9" name="Argument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4338218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endParaRPr lang="en-US" sz="4000" dirty="0"/>
          </a:p>
        </p:txBody>
      </p:sp>
      <p:sp>
        <p:nvSpPr>
          <p:cNvPr id="11" name="Argument 2"/>
          <p:cNvSpPr/>
          <p:nvPr/>
        </p:nvSpPr>
        <p:spPr>
          <a:xfrm>
            <a:off x="4338218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Argument in a few words</a:t>
            </a:r>
            <a:endParaRPr lang="en-US" sz="1600" dirty="0"/>
          </a:p>
        </p:txBody>
      </p:sp>
      <p:sp>
        <p:nvSpPr>
          <p:cNvPr id="12" name="Argument 2 detail"/>
          <p:cNvSpPr/>
          <p:nvPr/>
        </p:nvSpPr>
        <p:spPr>
          <a:xfrm>
            <a:off x="4338218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Evidence or explanation for this argument.</a:t>
            </a:r>
            <a:endParaRPr lang="en-US" sz="1400" dirty="0"/>
          </a:p>
        </p:txBody>
      </p:sp>
      <p:sp>
        <p:nvSpPr>
          <p:cNvPr id="13" name="Argument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377440"/>
            <a:ext cx="351525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8127797" y="2560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endParaRPr lang="en-US" sz="4000" dirty="0"/>
          </a:p>
        </p:txBody>
      </p:sp>
      <p:sp>
        <p:nvSpPr>
          <p:cNvPr id="15" name="Argument 3"/>
          <p:cNvSpPr/>
          <p:nvPr/>
        </p:nvSpPr>
        <p:spPr>
          <a:xfrm>
            <a:off x="8127797" y="342900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Argument in a few words</a:t>
            </a:r>
            <a:endParaRPr lang="en-US" sz="1600" dirty="0"/>
          </a:p>
        </p:txBody>
      </p:sp>
      <p:sp>
        <p:nvSpPr>
          <p:cNvPr id="16" name="Argument 3 detail"/>
          <p:cNvSpPr/>
          <p:nvPr/>
        </p:nvSpPr>
        <p:spPr>
          <a:xfrm>
            <a:off x="8127797" y="4160520"/>
            <a:ext cx="35152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Evidence or explanation for this argument.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Number"/>
          <p:cNvSpPr/>
          <p:nvPr/>
        </p:nvSpPr>
        <p:spPr>
          <a:xfrm>
            <a:off x="3566160" y="27432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000</a:t>
            </a:r>
            <a:endParaRPr lang="en-US" sz="11000" dirty="0"/>
          </a:p>
        </p:txBody>
      </p:sp>
      <p:sp>
        <p:nvSpPr>
          <p:cNvPr id="6" name="Number caption"/>
          <p:cNvSpPr/>
          <p:nvPr/>
        </p:nvSpPr>
        <p:spPr>
          <a:xfrm>
            <a:off x="356616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Unit and scope</a:t>
            </a:r>
            <a:endParaRPr lang="en-US" sz="1000" dirty="0"/>
          </a:p>
        </p:txBody>
      </p:sp>
      <p:sp>
        <p:nvSpPr>
          <p:cNvPr id="7" name="Note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39112"/>
            <a:ext cx="548640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8" name="Note 1"/>
          <p:cNvSpPr/>
          <p:nvPr/>
        </p:nvSpPr>
        <p:spPr>
          <a:xfrm>
            <a:off x="54864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annotation</a:t>
            </a:r>
            <a:endParaRPr lang="en-US" sz="1200" dirty="0"/>
          </a:p>
        </p:txBody>
      </p:sp>
      <p:sp>
        <p:nvSpPr>
          <p:cNvPr id="9" name="Note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9960" y="2039112"/>
            <a:ext cx="548640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0" name="Note 2"/>
          <p:cNvSpPr/>
          <p:nvPr/>
        </p:nvSpPr>
        <p:spPr>
          <a:xfrm>
            <a:off x="8915400" y="2148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annotation</a:t>
            </a:r>
            <a:endParaRPr lang="en-US" sz="1200" dirty="0"/>
          </a:p>
        </p:txBody>
      </p:sp>
      <p:sp>
        <p:nvSpPr>
          <p:cNvPr id="11" name="Note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828032"/>
            <a:ext cx="548640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2" name="Note 3"/>
          <p:cNvSpPr/>
          <p:nvPr/>
        </p:nvSpPr>
        <p:spPr>
          <a:xfrm>
            <a:off x="54864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annotation</a:t>
            </a:r>
            <a:endParaRPr lang="en-US" sz="1200" dirty="0"/>
          </a:p>
        </p:txBody>
      </p:sp>
      <p:sp>
        <p:nvSpPr>
          <p:cNvPr id="13" name="Note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09960" y="4828032"/>
            <a:ext cx="548640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4" name="Note 4"/>
          <p:cNvSpPr/>
          <p:nvPr/>
        </p:nvSpPr>
        <p:spPr>
          <a:xfrm>
            <a:off x="891540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annotation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Body"/>
          <p:cNvSpPr/>
          <p:nvPr/>
        </p:nvSpPr>
        <p:spPr>
          <a:xfrm>
            <a:off x="548640" y="2103120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Main text. Keep it to one paragraph that supports the title.</a:t>
            </a:r>
            <a:endParaRPr lang="en-US" sz="1600" dirty="0"/>
          </a:p>
        </p:txBody>
      </p:sp>
      <p:sp>
        <p:nvSpPr>
          <p:cNvPr id="7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46720" y="2103120"/>
            <a:ext cx="91" cy="228600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8" name="Side note"/>
          <p:cNvSpPr/>
          <p:nvPr/>
        </p:nvSpPr>
        <p:spPr>
          <a:xfrm>
            <a:off x="8321040" y="21031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Optional note, definition or source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527288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Heading 1"/>
          <p:cNvSpPr/>
          <p:nvPr/>
        </p:nvSpPr>
        <p:spPr>
          <a:xfrm>
            <a:off x="548640" y="22402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Column heading</a:t>
            </a:r>
            <a:endParaRPr lang="en-US" sz="1600" dirty="0"/>
          </a:p>
        </p:txBody>
      </p:sp>
      <p:sp>
        <p:nvSpPr>
          <p:cNvPr id="8" name="Body 1"/>
          <p:cNvSpPr/>
          <p:nvPr/>
        </p:nvSpPr>
        <p:spPr>
          <a:xfrm>
            <a:off x="548640" y="2788920"/>
            <a:ext cx="5272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</p:txBody>
      </p:sp>
      <p:sp>
        <p:nvSpPr>
          <p:cNvPr id="9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70168" y="2103120"/>
            <a:ext cx="527288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Heading 2"/>
          <p:cNvSpPr/>
          <p:nvPr/>
        </p:nvSpPr>
        <p:spPr>
          <a:xfrm>
            <a:off x="6370168" y="22402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Column heading</a:t>
            </a:r>
            <a:endParaRPr lang="en-US" sz="1600" dirty="0"/>
          </a:p>
        </p:txBody>
      </p:sp>
      <p:sp>
        <p:nvSpPr>
          <p:cNvPr id="11" name="Body 2"/>
          <p:cNvSpPr/>
          <p:nvPr/>
        </p:nvSpPr>
        <p:spPr>
          <a:xfrm>
            <a:off x="6370168" y="2788920"/>
            <a:ext cx="5272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Icon 1"/>
          <p:cNvSpPr/>
          <p:nvPr/>
        </p:nvSpPr>
        <p:spPr>
          <a:xfrm>
            <a:off x="548640" y="2148840"/>
            <a:ext cx="548640" cy="548640"/>
          </a:xfrm>
          <a:prstGeom prst="rect">
            <a:avLst/>
          </a:prstGeom>
          <a:ln w="9525">
            <a:solidFill>
              <a:schemeClr val="tx1"/>
            </a:solidFill>
            <a:prstDash val="sysDot"/>
          </a:ln>
        </p:spPr>
      </p:sp>
      <p:sp>
        <p:nvSpPr>
          <p:cNvPr id="7" name="Heading 1"/>
          <p:cNvSpPr/>
          <p:nvPr/>
        </p:nvSpPr>
        <p:spPr>
          <a:xfrm>
            <a:off x="548640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Pillar heading</a:t>
            </a:r>
            <a:endParaRPr lang="en-US" sz="1600" dirty="0"/>
          </a:p>
        </p:txBody>
      </p:sp>
      <p:sp>
        <p:nvSpPr>
          <p:cNvPr id="8" name="Body 1"/>
          <p:cNvSpPr/>
          <p:nvPr/>
        </p:nvSpPr>
        <p:spPr>
          <a:xfrm>
            <a:off x="548640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sentences that explain this pillar.</a:t>
            </a:r>
            <a:endParaRPr lang="en-US" sz="1400" dirty="0"/>
          </a:p>
        </p:txBody>
      </p:sp>
      <p:sp>
        <p:nvSpPr>
          <p:cNvPr id="9" name="Icon 2"/>
          <p:cNvSpPr/>
          <p:nvPr/>
        </p:nvSpPr>
        <p:spPr>
          <a:xfrm>
            <a:off x="4338218" y="2148840"/>
            <a:ext cx="548640" cy="548640"/>
          </a:xfrm>
          <a:prstGeom prst="rect">
            <a:avLst/>
          </a:prstGeom>
          <a:ln w="9525">
            <a:solidFill>
              <a:schemeClr val="tx1"/>
            </a:solidFill>
            <a:prstDash val="sysDot"/>
          </a:ln>
        </p:spPr>
      </p:sp>
      <p:sp>
        <p:nvSpPr>
          <p:cNvPr id="10" name="Heading 2"/>
          <p:cNvSpPr/>
          <p:nvPr/>
        </p:nvSpPr>
        <p:spPr>
          <a:xfrm>
            <a:off x="4338218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Pillar heading</a:t>
            </a:r>
            <a:endParaRPr lang="en-US" sz="1600" dirty="0"/>
          </a:p>
        </p:txBody>
      </p:sp>
      <p:sp>
        <p:nvSpPr>
          <p:cNvPr id="11" name="Body 2"/>
          <p:cNvSpPr/>
          <p:nvPr/>
        </p:nvSpPr>
        <p:spPr>
          <a:xfrm>
            <a:off x="4338218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sentences that explain this pillar.</a:t>
            </a:r>
            <a:endParaRPr lang="en-US" sz="1400" dirty="0"/>
          </a:p>
        </p:txBody>
      </p:sp>
      <p:sp>
        <p:nvSpPr>
          <p:cNvPr id="12" name="Icon 3"/>
          <p:cNvSpPr/>
          <p:nvPr/>
        </p:nvSpPr>
        <p:spPr>
          <a:xfrm>
            <a:off x="8127797" y="2148840"/>
            <a:ext cx="548640" cy="548640"/>
          </a:xfrm>
          <a:prstGeom prst="rect">
            <a:avLst/>
          </a:prstGeom>
          <a:ln w="9525">
            <a:solidFill>
              <a:schemeClr val="tx1"/>
            </a:solidFill>
            <a:prstDash val="sysDot"/>
          </a:ln>
        </p:spPr>
      </p:sp>
      <p:sp>
        <p:nvSpPr>
          <p:cNvPr id="13" name="Heading 3"/>
          <p:cNvSpPr/>
          <p:nvPr/>
        </p:nvSpPr>
        <p:spPr>
          <a:xfrm>
            <a:off x="8127797" y="2926080"/>
            <a:ext cx="35152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Pillar heading</a:t>
            </a:r>
            <a:endParaRPr lang="en-US" sz="1600" dirty="0"/>
          </a:p>
        </p:txBody>
      </p:sp>
      <p:sp>
        <p:nvSpPr>
          <p:cNvPr id="14" name="Body 3"/>
          <p:cNvSpPr/>
          <p:nvPr/>
        </p:nvSpPr>
        <p:spPr>
          <a:xfrm>
            <a:off x="8127797" y="3474720"/>
            <a:ext cx="3515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sentences that explain this pillar.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Number 1"/>
          <p:cNvSpPr/>
          <p:nvPr/>
        </p:nvSpPr>
        <p:spPr>
          <a:xfrm>
            <a:off x="548640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01</a:t>
            </a:r>
            <a:endParaRPr lang="en-US" sz="2400" dirty="0"/>
          </a:p>
        </p:txBody>
      </p:sp>
      <p:sp>
        <p:nvSpPr>
          <p:cNvPr id="7" name="Heading 1"/>
          <p:cNvSpPr/>
          <p:nvPr/>
        </p:nvSpPr>
        <p:spPr>
          <a:xfrm>
            <a:off x="548640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8" name="Body 1"/>
          <p:cNvSpPr/>
          <p:nvPr/>
        </p:nvSpPr>
        <p:spPr>
          <a:xfrm>
            <a:off x="548640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 for this column.</a:t>
            </a:r>
            <a:endParaRPr lang="en-US" sz="1200" dirty="0"/>
          </a:p>
        </p:txBody>
      </p:sp>
      <p:sp>
        <p:nvSpPr>
          <p:cNvPr id="9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53664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Number 2"/>
          <p:cNvSpPr/>
          <p:nvPr/>
        </p:nvSpPr>
        <p:spPr>
          <a:xfrm>
            <a:off x="3390824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02</a:t>
            </a:r>
            <a:endParaRPr lang="en-US" sz="2400" dirty="0"/>
          </a:p>
        </p:txBody>
      </p:sp>
      <p:sp>
        <p:nvSpPr>
          <p:cNvPr id="11" name="Heading 2"/>
          <p:cNvSpPr/>
          <p:nvPr/>
        </p:nvSpPr>
        <p:spPr>
          <a:xfrm>
            <a:off x="3390824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2" name="Body 2"/>
          <p:cNvSpPr/>
          <p:nvPr/>
        </p:nvSpPr>
        <p:spPr>
          <a:xfrm>
            <a:off x="3390824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 for this column.</a:t>
            </a:r>
            <a:endParaRPr lang="en-US" sz="1200" dirty="0"/>
          </a:p>
        </p:txBody>
      </p:sp>
      <p:sp>
        <p:nvSpPr>
          <p:cNvPr id="13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848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Number 3"/>
          <p:cNvSpPr/>
          <p:nvPr/>
        </p:nvSpPr>
        <p:spPr>
          <a:xfrm>
            <a:off x="6233008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03</a:t>
            </a:r>
            <a:endParaRPr lang="en-US" sz="2400" dirty="0"/>
          </a:p>
        </p:txBody>
      </p:sp>
      <p:sp>
        <p:nvSpPr>
          <p:cNvPr id="15" name="Heading 3"/>
          <p:cNvSpPr/>
          <p:nvPr/>
        </p:nvSpPr>
        <p:spPr>
          <a:xfrm>
            <a:off x="6233008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6" name="Body 3"/>
          <p:cNvSpPr/>
          <p:nvPr/>
        </p:nvSpPr>
        <p:spPr>
          <a:xfrm>
            <a:off x="6233008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 for this column.</a:t>
            </a:r>
            <a:endParaRPr lang="en-US" sz="1200" dirty="0"/>
          </a:p>
        </p:txBody>
      </p:sp>
      <p:sp>
        <p:nvSpPr>
          <p:cNvPr id="17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8031" y="2148840"/>
            <a:ext cx="91" cy="37490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Number 4"/>
          <p:cNvSpPr/>
          <p:nvPr/>
        </p:nvSpPr>
        <p:spPr>
          <a:xfrm>
            <a:off x="9075191" y="214884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04</a:t>
            </a:r>
            <a:endParaRPr lang="en-US" sz="2400" dirty="0"/>
          </a:p>
        </p:txBody>
      </p:sp>
      <p:sp>
        <p:nvSpPr>
          <p:cNvPr id="19" name="Heading 4"/>
          <p:cNvSpPr/>
          <p:nvPr/>
        </p:nvSpPr>
        <p:spPr>
          <a:xfrm>
            <a:off x="9075191" y="278892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20" name="Body 4"/>
          <p:cNvSpPr/>
          <p:nvPr/>
        </p:nvSpPr>
        <p:spPr>
          <a:xfrm>
            <a:off x="9075191" y="3520440"/>
            <a:ext cx="25678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 for this column.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rd#1 &gt; Heading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543290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Heading 1"/>
          <p:cNvSpPr/>
          <p:nvPr/>
        </p:nvSpPr>
        <p:spPr>
          <a:xfrm>
            <a:off x="822960" y="224028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Card heading</a:t>
            </a:r>
            <a:endParaRPr lang="en-US" sz="1600" dirty="0"/>
          </a:p>
        </p:txBody>
      </p:sp>
      <p:sp>
        <p:nvSpPr>
          <p:cNvPr id="7" name="Body 1"/>
          <p:cNvSpPr/>
          <p:nvPr/>
        </p:nvSpPr>
        <p:spPr>
          <a:xfrm>
            <a:off x="822960" y="2743200"/>
            <a:ext cx="488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lines that explain the card.</a:t>
            </a:r>
            <a:endParaRPr lang="en-US" sz="1400" dirty="0"/>
          </a:p>
        </p:txBody>
      </p:sp>
      <p:sp>
        <p:nvSpPr>
          <p:cNvPr id="8" name="card#2 &gt; Heading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148" y="2011680"/>
            <a:ext cx="543290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Heading 2"/>
          <p:cNvSpPr/>
          <p:nvPr/>
        </p:nvSpPr>
        <p:spPr>
          <a:xfrm>
            <a:off x="6484468" y="224028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Card heading</a:t>
            </a:r>
            <a:endParaRPr lang="en-US" sz="1600" dirty="0"/>
          </a:p>
        </p:txBody>
      </p:sp>
      <p:sp>
        <p:nvSpPr>
          <p:cNvPr id="10" name="Body 2"/>
          <p:cNvSpPr/>
          <p:nvPr/>
        </p:nvSpPr>
        <p:spPr>
          <a:xfrm>
            <a:off x="6484468" y="2743200"/>
            <a:ext cx="488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lines that explain the card.</a:t>
            </a:r>
            <a:endParaRPr lang="en-US" sz="1400" dirty="0"/>
          </a:p>
        </p:txBody>
      </p:sp>
      <p:sp>
        <p:nvSpPr>
          <p:cNvPr id="11" name="card#3 &gt; Heading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60520"/>
            <a:ext cx="543290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Heading 3"/>
          <p:cNvSpPr/>
          <p:nvPr/>
        </p:nvSpPr>
        <p:spPr>
          <a:xfrm>
            <a:off x="822960" y="438912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Card heading</a:t>
            </a:r>
            <a:endParaRPr lang="en-US" sz="1600" dirty="0"/>
          </a:p>
        </p:txBody>
      </p:sp>
      <p:sp>
        <p:nvSpPr>
          <p:cNvPr id="13" name="Body 3"/>
          <p:cNvSpPr/>
          <p:nvPr/>
        </p:nvSpPr>
        <p:spPr>
          <a:xfrm>
            <a:off x="822960" y="4892040"/>
            <a:ext cx="488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lines that explain the card.</a:t>
            </a:r>
            <a:endParaRPr lang="en-US" sz="1400" dirty="0"/>
          </a:p>
        </p:txBody>
      </p:sp>
      <p:sp>
        <p:nvSpPr>
          <p:cNvPr id="14" name="card#4 &gt; Heading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148" y="4160520"/>
            <a:ext cx="5432908" cy="1965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Heading 4"/>
          <p:cNvSpPr/>
          <p:nvPr/>
        </p:nvSpPr>
        <p:spPr>
          <a:xfrm>
            <a:off x="6484468" y="4389120"/>
            <a:ext cx="4884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Card heading</a:t>
            </a:r>
            <a:endParaRPr lang="en-US" sz="1600" dirty="0"/>
          </a:p>
        </p:txBody>
      </p:sp>
      <p:sp>
        <p:nvSpPr>
          <p:cNvPr id="16" name="Body 4"/>
          <p:cNvSpPr/>
          <p:nvPr/>
        </p:nvSpPr>
        <p:spPr>
          <a:xfrm>
            <a:off x="6484468" y="4892040"/>
            <a:ext cx="48842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or three lines that explain the card.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Body"/>
          <p:cNvSpPr/>
          <p:nvPr/>
        </p:nvSpPr>
        <p:spPr>
          <a:xfrm>
            <a:off x="548640" y="201168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Main text that develops the title in a few short paragraphs.</a:t>
            </a:r>
            <a:endParaRPr lang="en-US" sz="1600" dirty="0"/>
          </a:p>
        </p:txBody>
      </p:sp>
      <p:sp>
        <p:nvSpPr>
          <p:cNvPr id="6" name="panel#1 &gt; Sid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idebar label"/>
          <p:cNvSpPr/>
          <p:nvPr/>
        </p:nvSpPr>
        <p:spPr>
          <a:xfrm>
            <a:off x="8503920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Key points</a:t>
            </a:r>
            <a:endParaRPr lang="en-US" sz="1000" dirty="0"/>
          </a:p>
        </p:txBody>
      </p:sp>
      <p:sp>
        <p:nvSpPr>
          <p:cNvPr id="8" name="Sidebar"/>
          <p:cNvSpPr/>
          <p:nvPr/>
        </p:nvSpPr>
        <p:spPr>
          <a:xfrm>
            <a:off x="8503920" y="242316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Key 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Key point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Key 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Body"/>
          <p:cNvSpPr/>
          <p:nvPr/>
        </p:nvSpPr>
        <p:spPr>
          <a:xfrm>
            <a:off x="548640" y="210312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Supporting point</a:t>
            </a:r>
            <a:endParaRPr lang="en-US" sz="1600" dirty="0"/>
          </a:p>
        </p:txBody>
      </p:sp>
      <p:sp>
        <p:nvSpPr>
          <p:cNvPr id="6" name="callout#1 &gt; Takeawa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2103120"/>
            <a:ext cx="3962095" cy="3566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akeaway label"/>
          <p:cNvSpPr/>
          <p:nvPr/>
        </p:nvSpPr>
        <p:spPr>
          <a:xfrm>
            <a:off x="80010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8" name="Takeaway"/>
          <p:cNvSpPr/>
          <p:nvPr/>
        </p:nvSpPr>
        <p:spPr>
          <a:xfrm>
            <a:off x="8001000" y="278892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The conclusion in one or two sentences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Left label"/>
          <p:cNvSpPr/>
          <p:nvPr/>
        </p:nvSpPr>
        <p:spPr>
          <a:xfrm>
            <a:off x="54864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Finding</a:t>
            </a:r>
            <a:endParaRPr lang="en-US" sz="1000" dirty="0"/>
          </a:p>
        </p:txBody>
      </p:sp>
      <p:sp>
        <p:nvSpPr>
          <p:cNvPr id="6" name="Right label"/>
          <p:cNvSpPr/>
          <p:nvPr/>
        </p:nvSpPr>
        <p:spPr>
          <a:xfrm>
            <a:off x="6400800" y="2011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Implication</a:t>
            </a:r>
            <a:endParaRPr lang="en-US" sz="1000" dirty="0"/>
          </a:p>
        </p:txBody>
      </p:sp>
      <p:sp>
        <p:nvSpPr>
          <p:cNvPr id="7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423160"/>
            <a:ext cx="11094415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Finding 1"/>
          <p:cNvSpPr/>
          <p:nvPr/>
        </p:nvSpPr>
        <p:spPr>
          <a:xfrm>
            <a:off x="54864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we observed</a:t>
            </a:r>
            <a:endParaRPr lang="en-US" sz="1400" dirty="0"/>
          </a:p>
        </p:txBody>
      </p:sp>
      <p:sp>
        <p:nvSpPr>
          <p:cNvPr id="9" name="Implication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2724912"/>
            <a:ext cx="548640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Implication 1"/>
          <p:cNvSpPr/>
          <p:nvPr/>
        </p:nvSpPr>
        <p:spPr>
          <a:xfrm>
            <a:off x="6400800" y="26060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it means for us</a:t>
            </a:r>
            <a:endParaRPr lang="en-US" sz="1400" dirty="0"/>
          </a:p>
        </p:txBody>
      </p:sp>
      <p:sp>
        <p:nvSpPr>
          <p:cNvPr id="11" name="Finding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57600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Finding 2"/>
          <p:cNvSpPr/>
          <p:nvPr/>
        </p:nvSpPr>
        <p:spPr>
          <a:xfrm>
            <a:off x="54864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we observed</a:t>
            </a:r>
            <a:endParaRPr lang="en-US" sz="1400" dirty="0"/>
          </a:p>
        </p:txBody>
      </p:sp>
      <p:sp>
        <p:nvSpPr>
          <p:cNvPr id="13" name="Implication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3959352"/>
            <a:ext cx="548640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Implication 2"/>
          <p:cNvSpPr/>
          <p:nvPr/>
        </p:nvSpPr>
        <p:spPr>
          <a:xfrm>
            <a:off x="6400800" y="3840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it means for us</a:t>
            </a:r>
            <a:endParaRPr lang="en-US" sz="1400" dirty="0"/>
          </a:p>
        </p:txBody>
      </p:sp>
      <p:sp>
        <p:nvSpPr>
          <p:cNvPr id="15" name="Finding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892040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6" name="Finding 3"/>
          <p:cNvSpPr/>
          <p:nvPr/>
        </p:nvSpPr>
        <p:spPr>
          <a:xfrm>
            <a:off x="54864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we observed</a:t>
            </a:r>
            <a:endParaRPr lang="en-US" sz="1400" dirty="0"/>
          </a:p>
        </p:txBody>
      </p:sp>
      <p:sp>
        <p:nvSpPr>
          <p:cNvPr id="17" name="Implication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5193792"/>
            <a:ext cx="548640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Implication 3"/>
          <p:cNvSpPr/>
          <p:nvPr/>
        </p:nvSpPr>
        <p:spPr>
          <a:xfrm>
            <a:off x="640080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it means for 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llout#1 &gt; Proble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11094415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Problem label"/>
          <p:cNvSpPr/>
          <p:nvPr/>
        </p:nvSpPr>
        <p:spPr>
          <a:xfrm>
            <a:off x="82296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Problem</a:t>
            </a:r>
            <a:endParaRPr lang="en-US" sz="1000" dirty="0"/>
          </a:p>
        </p:txBody>
      </p:sp>
      <p:sp>
        <p:nvSpPr>
          <p:cNvPr id="7" name="Problem"/>
          <p:cNvSpPr/>
          <p:nvPr/>
        </p:nvSpPr>
        <p:spPr>
          <a:xfrm>
            <a:off x="822960" y="246888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 in one sentence</a:t>
            </a:r>
            <a:endParaRPr lang="en-US" sz="1800" dirty="0"/>
          </a:p>
        </p:txBody>
      </p:sp>
      <p:sp>
        <p:nvSpPr>
          <p:cNvPr id="8" name="Hypothesis 1 label"/>
          <p:cNvSpPr/>
          <p:nvPr/>
        </p:nvSpPr>
        <p:spPr>
          <a:xfrm>
            <a:off x="548640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H1</a:t>
            </a:r>
            <a:endParaRPr lang="en-US" sz="2200" dirty="0"/>
          </a:p>
        </p:txBody>
      </p:sp>
      <p:sp>
        <p:nvSpPr>
          <p:cNvPr id="9" name="Hypothesis 1"/>
          <p:cNvSpPr/>
          <p:nvPr/>
        </p:nvSpPr>
        <p:spPr>
          <a:xfrm>
            <a:off x="548640" y="393192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Hypothesis to test</a:t>
            </a:r>
            <a:endParaRPr lang="en-US" sz="1600" dirty="0"/>
          </a:p>
        </p:txBody>
      </p:sp>
      <p:sp>
        <p:nvSpPr>
          <p:cNvPr id="10" name="Hypothesis 1 test"/>
          <p:cNvSpPr/>
          <p:nvPr/>
        </p:nvSpPr>
        <p:spPr>
          <a:xfrm>
            <a:off x="548640" y="4617720"/>
            <a:ext cx="3515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we test it</a:t>
            </a:r>
            <a:endParaRPr lang="en-US" sz="1200" dirty="0"/>
          </a:p>
        </p:txBody>
      </p:sp>
      <p:sp>
        <p:nvSpPr>
          <p:cNvPr id="11" name="Hypothesis 2 label"/>
          <p:cNvSpPr/>
          <p:nvPr/>
        </p:nvSpPr>
        <p:spPr>
          <a:xfrm>
            <a:off x="4338218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H2</a:t>
            </a:r>
            <a:endParaRPr lang="en-US" sz="2200" dirty="0"/>
          </a:p>
        </p:txBody>
      </p:sp>
      <p:sp>
        <p:nvSpPr>
          <p:cNvPr id="12" name="Hypothesis 2"/>
          <p:cNvSpPr/>
          <p:nvPr/>
        </p:nvSpPr>
        <p:spPr>
          <a:xfrm>
            <a:off x="4338218" y="393192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Hypothesis to test</a:t>
            </a:r>
            <a:endParaRPr lang="en-US" sz="1600" dirty="0"/>
          </a:p>
        </p:txBody>
      </p:sp>
      <p:sp>
        <p:nvSpPr>
          <p:cNvPr id="13" name="Hypothesis 2 test"/>
          <p:cNvSpPr/>
          <p:nvPr/>
        </p:nvSpPr>
        <p:spPr>
          <a:xfrm>
            <a:off x="4338218" y="4617720"/>
            <a:ext cx="3515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we test it</a:t>
            </a:r>
            <a:endParaRPr lang="en-US" sz="1200" dirty="0"/>
          </a:p>
        </p:txBody>
      </p:sp>
      <p:sp>
        <p:nvSpPr>
          <p:cNvPr id="14" name="Hypothesis 3 label"/>
          <p:cNvSpPr/>
          <p:nvPr/>
        </p:nvSpPr>
        <p:spPr>
          <a:xfrm>
            <a:off x="8127797" y="3429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H3</a:t>
            </a:r>
            <a:endParaRPr lang="en-US" sz="2200" dirty="0"/>
          </a:p>
        </p:txBody>
      </p:sp>
      <p:sp>
        <p:nvSpPr>
          <p:cNvPr id="15" name="Hypothesis 3"/>
          <p:cNvSpPr/>
          <p:nvPr/>
        </p:nvSpPr>
        <p:spPr>
          <a:xfrm>
            <a:off x="8127797" y="393192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Hypothesis to test</a:t>
            </a:r>
            <a:endParaRPr lang="en-US" sz="1600" dirty="0"/>
          </a:p>
        </p:txBody>
      </p:sp>
      <p:sp>
        <p:nvSpPr>
          <p:cNvPr id="16" name="Hypothesis 3 test"/>
          <p:cNvSpPr/>
          <p:nvPr/>
        </p:nvSpPr>
        <p:spPr>
          <a:xfrm>
            <a:off x="8127797" y="4617720"/>
            <a:ext cx="3515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we test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685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5" name="Body"/>
          <p:cNvSpPr/>
          <p:nvPr/>
        </p:nvSpPr>
        <p:spPr>
          <a:xfrm>
            <a:off x="548640" y="21031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Text that the picture illustrates.</a:t>
            </a:r>
            <a:endParaRPr lang="en-US" sz="1600" dirty="0"/>
          </a:p>
        </p:txBody>
      </p:sp>
      <p:sp>
        <p:nvSpPr>
          <p:cNvPr id="6" name="Footer"/>
          <p:cNvSpPr/>
          <p:nvPr/>
        </p:nvSpPr>
        <p:spPr>
          <a:xfrm>
            <a:off x="54864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image credit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ot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callout#1 &gt; Tit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66160"/>
            <a:ext cx="5669280" cy="26517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" name="Kicker"/>
          <p:cNvSpPr/>
          <p:nvPr/>
        </p:nvSpPr>
        <p:spPr>
          <a:xfrm>
            <a:off x="914400" y="3840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5" name="Title"/>
          <p:cNvSpPr/>
          <p:nvPr/>
        </p:nvSpPr>
        <p:spPr>
          <a:xfrm>
            <a:off x="91440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 over the picture</a:t>
            </a:r>
            <a:endParaRPr lang="en-US" sz="2600" dirty="0"/>
          </a:p>
        </p:txBody>
      </p:sp>
      <p:sp>
        <p:nvSpPr>
          <p:cNvPr id="6" name="Body"/>
          <p:cNvSpPr/>
          <p:nvPr/>
        </p:nvSpPr>
        <p:spPr>
          <a:xfrm>
            <a:off x="91440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or two lines of context.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4" name="Photo"/>
          <p:cNvSpPr/>
          <p:nvPr/>
        </p:nvSpPr>
        <p:spPr>
          <a:xfrm>
            <a:off x="548640" y="822960"/>
            <a:ext cx="4206240" cy="5303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5" name="Title"/>
          <p:cNvSpPr/>
          <p:nvPr/>
        </p:nvSpPr>
        <p:spPr>
          <a:xfrm>
            <a:off x="5212080" y="822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Who, what, and the result in one line</a:t>
            </a:r>
            <a:endParaRPr lang="en-US" sz="2600" dirty="0"/>
          </a:p>
        </p:txBody>
      </p:sp>
      <p:sp>
        <p:nvSpPr>
          <p:cNvPr id="6" name="Body"/>
          <p:cNvSpPr/>
          <p:nvPr/>
        </p:nvSpPr>
        <p:spPr>
          <a:xfrm>
            <a:off x="5212080" y="2057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Context, what was done, and how.</a:t>
            </a:r>
            <a:endParaRPr lang="en-US" sz="1400" dirty="0"/>
          </a:p>
        </p:txBody>
      </p:sp>
      <p:sp>
        <p:nvSpPr>
          <p:cNvPr id="7" name="Result 1 valu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2080" y="4069080"/>
            <a:ext cx="1959864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8" name="Result 1 value"/>
          <p:cNvSpPr/>
          <p:nvPr/>
        </p:nvSpPr>
        <p:spPr>
          <a:xfrm>
            <a:off x="5212080" y="4206240"/>
            <a:ext cx="1959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200" dirty="0"/>
          </a:p>
        </p:txBody>
      </p:sp>
      <p:sp>
        <p:nvSpPr>
          <p:cNvPr id="9" name="Result 1 label"/>
          <p:cNvSpPr/>
          <p:nvPr/>
        </p:nvSpPr>
        <p:spPr>
          <a:xfrm>
            <a:off x="5212080" y="4983480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improved</a:t>
            </a:r>
            <a:endParaRPr lang="en-US" sz="1200" dirty="0"/>
          </a:p>
        </p:txBody>
      </p:sp>
      <p:sp>
        <p:nvSpPr>
          <p:cNvPr id="10" name="Result 2 valu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46264" y="4069080"/>
            <a:ext cx="1959864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Result 2 value"/>
          <p:cNvSpPr/>
          <p:nvPr/>
        </p:nvSpPr>
        <p:spPr>
          <a:xfrm>
            <a:off x="7446264" y="4206240"/>
            <a:ext cx="1959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200" dirty="0"/>
          </a:p>
        </p:txBody>
      </p:sp>
      <p:sp>
        <p:nvSpPr>
          <p:cNvPr id="12" name="Result 2 label"/>
          <p:cNvSpPr/>
          <p:nvPr/>
        </p:nvSpPr>
        <p:spPr>
          <a:xfrm>
            <a:off x="7446264" y="4983480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improved</a:t>
            </a:r>
            <a:endParaRPr lang="en-US" sz="1200" dirty="0"/>
          </a:p>
        </p:txBody>
      </p:sp>
      <p:sp>
        <p:nvSpPr>
          <p:cNvPr id="13" name="Result 3 valu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80448" y="4069080"/>
            <a:ext cx="1959864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4" name="Result 3 value"/>
          <p:cNvSpPr/>
          <p:nvPr/>
        </p:nvSpPr>
        <p:spPr>
          <a:xfrm>
            <a:off x="9680448" y="4206240"/>
            <a:ext cx="1959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200" dirty="0"/>
          </a:p>
        </p:txBody>
      </p:sp>
      <p:sp>
        <p:nvSpPr>
          <p:cNvPr id="15" name="Result 3 label"/>
          <p:cNvSpPr/>
          <p:nvPr/>
        </p:nvSpPr>
        <p:spPr>
          <a:xfrm>
            <a:off x="9680448" y="4983480"/>
            <a:ext cx="1959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improved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Team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Photo 1"/>
          <p:cNvSpPr/>
          <p:nvPr/>
        </p:nvSpPr>
        <p:spPr>
          <a:xfrm>
            <a:off x="548640" y="2011680"/>
            <a:ext cx="2567864" cy="2377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" name="Name 1"/>
          <p:cNvSpPr/>
          <p:nvPr/>
        </p:nvSpPr>
        <p:spPr>
          <a:xfrm>
            <a:off x="548640" y="4526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7" name="Role 1"/>
          <p:cNvSpPr/>
          <p:nvPr/>
        </p:nvSpPr>
        <p:spPr>
          <a:xfrm>
            <a:off x="548640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8" name="Focus 1"/>
          <p:cNvSpPr/>
          <p:nvPr/>
        </p:nvSpPr>
        <p:spPr>
          <a:xfrm>
            <a:off x="548640" y="52578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Focus or expertise</a:t>
            </a:r>
            <a:endParaRPr lang="en-US" sz="1200" dirty="0"/>
          </a:p>
        </p:txBody>
      </p:sp>
      <p:sp>
        <p:nvSpPr>
          <p:cNvPr id="9" name="Photo 2"/>
          <p:cNvSpPr/>
          <p:nvPr/>
        </p:nvSpPr>
        <p:spPr>
          <a:xfrm>
            <a:off x="3390824" y="2011680"/>
            <a:ext cx="2567864" cy="2377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0" name="Name 2"/>
          <p:cNvSpPr/>
          <p:nvPr/>
        </p:nvSpPr>
        <p:spPr>
          <a:xfrm>
            <a:off x="3390824" y="4526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11" name="Role 2"/>
          <p:cNvSpPr/>
          <p:nvPr/>
        </p:nvSpPr>
        <p:spPr>
          <a:xfrm>
            <a:off x="3390824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12" name="Focus 2"/>
          <p:cNvSpPr/>
          <p:nvPr/>
        </p:nvSpPr>
        <p:spPr>
          <a:xfrm>
            <a:off x="3390824" y="52578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Focus or expertise</a:t>
            </a:r>
            <a:endParaRPr lang="en-US" sz="1200" dirty="0"/>
          </a:p>
        </p:txBody>
      </p:sp>
      <p:sp>
        <p:nvSpPr>
          <p:cNvPr id="13" name="Photo 3"/>
          <p:cNvSpPr/>
          <p:nvPr/>
        </p:nvSpPr>
        <p:spPr>
          <a:xfrm>
            <a:off x="6233008" y="2011680"/>
            <a:ext cx="2567864" cy="2377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Name 3"/>
          <p:cNvSpPr/>
          <p:nvPr/>
        </p:nvSpPr>
        <p:spPr>
          <a:xfrm>
            <a:off x="6233008" y="4526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15" name="Role 3"/>
          <p:cNvSpPr/>
          <p:nvPr/>
        </p:nvSpPr>
        <p:spPr>
          <a:xfrm>
            <a:off x="6233008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16" name="Focus 3"/>
          <p:cNvSpPr/>
          <p:nvPr/>
        </p:nvSpPr>
        <p:spPr>
          <a:xfrm>
            <a:off x="6233008" y="52578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Focus or expertise</a:t>
            </a:r>
            <a:endParaRPr lang="en-US" sz="1200" dirty="0"/>
          </a:p>
        </p:txBody>
      </p:sp>
      <p:sp>
        <p:nvSpPr>
          <p:cNvPr id="17" name="Photo 4"/>
          <p:cNvSpPr/>
          <p:nvPr/>
        </p:nvSpPr>
        <p:spPr>
          <a:xfrm>
            <a:off x="9075191" y="2011680"/>
            <a:ext cx="2567864" cy="237744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Name 4"/>
          <p:cNvSpPr/>
          <p:nvPr/>
        </p:nvSpPr>
        <p:spPr>
          <a:xfrm>
            <a:off x="9075191" y="452628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19" name="Role 4"/>
          <p:cNvSpPr/>
          <p:nvPr/>
        </p:nvSpPr>
        <p:spPr>
          <a:xfrm>
            <a:off x="9075191" y="4892040"/>
            <a:ext cx="256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20" name="Focus 4"/>
          <p:cNvSpPr/>
          <p:nvPr/>
        </p:nvSpPr>
        <p:spPr>
          <a:xfrm>
            <a:off x="9075191" y="5257800"/>
            <a:ext cx="256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Focus or expertise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Content Area"/>
          <p:cNvSpPr/>
          <p:nvPr/>
        </p:nvSpPr>
        <p:spPr>
          <a:xfrm>
            <a:off x="548640" y="2011680"/>
            <a:ext cx="11094415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ontent Area"/>
          <p:cNvSpPr/>
          <p:nvPr/>
        </p:nvSpPr>
        <p:spPr>
          <a:xfrm>
            <a:off x="548640" y="2011680"/>
            <a:ext cx="722376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Points label"/>
          <p:cNvSpPr/>
          <p:nvPr/>
        </p:nvSpPr>
        <p:spPr>
          <a:xfrm>
            <a:off x="8138160" y="20116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Key points</a:t>
            </a:r>
            <a:endParaRPr lang="en-US" sz="1000" dirty="0"/>
          </a:p>
        </p:txBody>
      </p:sp>
      <p:sp>
        <p:nvSpPr>
          <p:cNvPr id="7" name="Points"/>
          <p:cNvSpPr/>
          <p:nvPr/>
        </p:nvSpPr>
        <p:spPr>
          <a:xfrm>
            <a:off x="8138160" y="2423160"/>
            <a:ext cx="35021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to look at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to look at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to look at</a:t>
            </a:r>
            <a:endParaRPr lang="en-US" sz="1400" dirty="0"/>
          </a:p>
        </p:txBody>
      </p:sp>
      <p:sp>
        <p:nvSpPr>
          <p:cNvPr id="8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8160" y="4983480"/>
            <a:ext cx="3502152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Takeaway"/>
          <p:cNvSpPr/>
          <p:nvPr/>
        </p:nvSpPr>
        <p:spPr>
          <a:xfrm>
            <a:off x="8138160" y="512064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 what, in one 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llout 1 number"/>
          <p:cNvSpPr/>
          <p:nvPr/>
        </p:nvSpPr>
        <p:spPr>
          <a:xfrm>
            <a:off x="548640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</a:t>
            </a:r>
            <a:endParaRPr lang="en-US" sz="2000" dirty="0"/>
          </a:p>
        </p:txBody>
      </p:sp>
      <p:sp>
        <p:nvSpPr>
          <p:cNvPr id="6" name="Callout 1"/>
          <p:cNvSpPr/>
          <p:nvPr/>
        </p:nvSpPr>
        <p:spPr>
          <a:xfrm>
            <a:off x="960120" y="1828800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Thing to notice</a:t>
            </a:r>
            <a:endParaRPr lang="en-US" sz="1200" dirty="0"/>
          </a:p>
        </p:txBody>
      </p:sp>
      <p:sp>
        <p:nvSpPr>
          <p:cNvPr id="7" name="Callout 2 number"/>
          <p:cNvSpPr/>
          <p:nvPr/>
        </p:nvSpPr>
        <p:spPr>
          <a:xfrm>
            <a:off x="4338218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</a:t>
            </a:r>
            <a:endParaRPr lang="en-US" sz="2000" dirty="0"/>
          </a:p>
        </p:txBody>
      </p:sp>
      <p:sp>
        <p:nvSpPr>
          <p:cNvPr id="8" name="Callout 2"/>
          <p:cNvSpPr/>
          <p:nvPr/>
        </p:nvSpPr>
        <p:spPr>
          <a:xfrm>
            <a:off x="4749698" y="1828800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Thing to notice</a:t>
            </a:r>
            <a:endParaRPr lang="en-US" sz="1200" dirty="0"/>
          </a:p>
        </p:txBody>
      </p:sp>
      <p:sp>
        <p:nvSpPr>
          <p:cNvPr id="9" name="Callout 3 number"/>
          <p:cNvSpPr/>
          <p:nvPr/>
        </p:nvSpPr>
        <p:spPr>
          <a:xfrm>
            <a:off x="8127797" y="17830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3</a:t>
            </a:r>
            <a:endParaRPr lang="en-US" sz="2000" dirty="0"/>
          </a:p>
        </p:txBody>
      </p:sp>
      <p:sp>
        <p:nvSpPr>
          <p:cNvPr id="10" name="Callout 3"/>
          <p:cNvSpPr/>
          <p:nvPr/>
        </p:nvSpPr>
        <p:spPr>
          <a:xfrm>
            <a:off x="8539277" y="1828800"/>
            <a:ext cx="31037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Thing to notice</a:t>
            </a:r>
            <a:endParaRPr lang="en-US" sz="1200" dirty="0"/>
          </a:p>
        </p:txBody>
      </p:sp>
      <p:sp>
        <p:nvSpPr>
          <p:cNvPr id="11" name="Content Area"/>
          <p:cNvSpPr/>
          <p:nvPr/>
        </p:nvSpPr>
        <p:spPr>
          <a:xfrm>
            <a:off x="548640" y="2606040"/>
            <a:ext cx="11094415" cy="3566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Heading 1"/>
          <p:cNvSpPr/>
          <p:nvPr/>
        </p:nvSpPr>
        <p:spPr>
          <a:xfrm>
            <a:off x="548640" y="18288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 heading</a:t>
            </a:r>
            <a:endParaRPr lang="en-US" sz="1600" dirty="0"/>
          </a:p>
        </p:txBody>
      </p:sp>
      <p:sp>
        <p:nvSpPr>
          <p:cNvPr id="6" name="Content Area 1"/>
          <p:cNvSpPr/>
          <p:nvPr/>
        </p:nvSpPr>
        <p:spPr>
          <a:xfrm>
            <a:off x="548640" y="2286000"/>
            <a:ext cx="536432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aption 1"/>
          <p:cNvSpPr/>
          <p:nvPr/>
        </p:nvSpPr>
        <p:spPr>
          <a:xfrm>
            <a:off x="548640" y="5577840"/>
            <a:ext cx="536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What this visual shows</a:t>
            </a:r>
            <a:endParaRPr lang="en-US" sz="1200" dirty="0"/>
          </a:p>
        </p:txBody>
      </p:sp>
      <p:sp>
        <p:nvSpPr>
          <p:cNvPr id="8" name="Heading 2"/>
          <p:cNvSpPr/>
          <p:nvPr/>
        </p:nvSpPr>
        <p:spPr>
          <a:xfrm>
            <a:off x="6278728" y="18288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Visual heading</a:t>
            </a:r>
            <a:endParaRPr lang="en-US" sz="1600" dirty="0"/>
          </a:p>
        </p:txBody>
      </p:sp>
      <p:sp>
        <p:nvSpPr>
          <p:cNvPr id="9" name="Content Area 2"/>
          <p:cNvSpPr/>
          <p:nvPr/>
        </p:nvSpPr>
        <p:spPr>
          <a:xfrm>
            <a:off x="6278728" y="2286000"/>
            <a:ext cx="5364328" cy="3200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ption 2"/>
          <p:cNvSpPr/>
          <p:nvPr/>
        </p:nvSpPr>
        <p:spPr>
          <a:xfrm>
            <a:off x="6278728" y="5577840"/>
            <a:ext cx="5364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What this visual shows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ontent Area"/>
          <p:cNvSpPr/>
          <p:nvPr/>
        </p:nvSpPr>
        <p:spPr>
          <a:xfrm>
            <a:off x="548640" y="2011680"/>
            <a:ext cx="758952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03920" y="2011680"/>
            <a:ext cx="3136392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KPI 1 value"/>
          <p:cNvSpPr/>
          <p:nvPr/>
        </p:nvSpPr>
        <p:spPr>
          <a:xfrm>
            <a:off x="8503920" y="214884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8" name="KPI 1 label"/>
          <p:cNvSpPr/>
          <p:nvPr/>
        </p:nvSpPr>
        <p:spPr>
          <a:xfrm>
            <a:off x="8503920" y="297180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9" name="KPI 1 detail"/>
          <p:cNvSpPr/>
          <p:nvPr/>
        </p:nvSpPr>
        <p:spPr>
          <a:xfrm>
            <a:off x="8503920" y="338328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0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03920" y="4114800"/>
            <a:ext cx="3136392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1" name="KPI 2 value"/>
          <p:cNvSpPr/>
          <p:nvPr/>
        </p:nvSpPr>
        <p:spPr>
          <a:xfrm>
            <a:off x="8503920" y="425196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12" name="KPI 2 label"/>
          <p:cNvSpPr/>
          <p:nvPr/>
        </p:nvSpPr>
        <p:spPr>
          <a:xfrm>
            <a:off x="8503920" y="507492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3" name="KPI 2 detail"/>
          <p:cNvSpPr/>
          <p:nvPr/>
        </p:nvSpPr>
        <p:spPr>
          <a:xfrm>
            <a:off x="8503920" y="548640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Heading 1"/>
          <p:cNvSpPr/>
          <p:nvPr/>
        </p:nvSpPr>
        <p:spPr>
          <a:xfrm>
            <a:off x="548640" y="187452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heading</a:t>
            </a:r>
            <a:endParaRPr lang="en-US" sz="1000" dirty="0"/>
          </a:p>
        </p:txBody>
      </p:sp>
      <p:sp>
        <p:nvSpPr>
          <p:cNvPr id="6" name="Content Area 1"/>
          <p:cNvSpPr/>
          <p:nvPr/>
        </p:nvSpPr>
        <p:spPr>
          <a:xfrm>
            <a:off x="548640" y="2194560"/>
            <a:ext cx="541004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Heading 2"/>
          <p:cNvSpPr/>
          <p:nvPr/>
        </p:nvSpPr>
        <p:spPr>
          <a:xfrm>
            <a:off x="6233008" y="187452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heading</a:t>
            </a:r>
            <a:endParaRPr lang="en-US" sz="1000" dirty="0"/>
          </a:p>
        </p:txBody>
      </p:sp>
      <p:sp>
        <p:nvSpPr>
          <p:cNvPr id="8" name="Content Area 2"/>
          <p:cNvSpPr/>
          <p:nvPr/>
        </p:nvSpPr>
        <p:spPr>
          <a:xfrm>
            <a:off x="6233008" y="2194560"/>
            <a:ext cx="541004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Heading 3"/>
          <p:cNvSpPr/>
          <p:nvPr/>
        </p:nvSpPr>
        <p:spPr>
          <a:xfrm>
            <a:off x="548640" y="4069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heading</a:t>
            </a:r>
            <a:endParaRPr lang="en-US" sz="1000" dirty="0"/>
          </a:p>
        </p:txBody>
      </p:sp>
      <p:sp>
        <p:nvSpPr>
          <p:cNvPr id="10" name="Content Area 3"/>
          <p:cNvSpPr/>
          <p:nvPr/>
        </p:nvSpPr>
        <p:spPr>
          <a:xfrm>
            <a:off x="548640" y="4389120"/>
            <a:ext cx="541004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Heading 4"/>
          <p:cNvSpPr/>
          <p:nvPr/>
        </p:nvSpPr>
        <p:spPr>
          <a:xfrm>
            <a:off x="6233008" y="406908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Module heading</a:t>
            </a:r>
            <a:endParaRPr lang="en-US" sz="1000" dirty="0"/>
          </a:p>
        </p:txBody>
      </p:sp>
      <p:sp>
        <p:nvSpPr>
          <p:cNvPr id="12" name="Content Area 4"/>
          <p:cNvSpPr/>
          <p:nvPr/>
        </p:nvSpPr>
        <p:spPr>
          <a:xfrm>
            <a:off x="6233008" y="4389120"/>
            <a:ext cx="5410048" cy="17373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7" name="KPI 1 value"/>
          <p:cNvSpPr/>
          <p:nvPr/>
        </p:nvSpPr>
        <p:spPr>
          <a:xfrm>
            <a:off x="548640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8" name="KPI 1 label"/>
          <p:cNvSpPr/>
          <p:nvPr/>
        </p:nvSpPr>
        <p:spPr>
          <a:xfrm>
            <a:off x="548640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9" name="KPI 1 detail"/>
          <p:cNvSpPr/>
          <p:nvPr/>
        </p:nvSpPr>
        <p:spPr>
          <a:xfrm>
            <a:off x="548640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0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1" name="KPI 2 value"/>
          <p:cNvSpPr/>
          <p:nvPr/>
        </p:nvSpPr>
        <p:spPr>
          <a:xfrm>
            <a:off x="4338218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12" name="KPI 2 label"/>
          <p:cNvSpPr/>
          <p:nvPr/>
        </p:nvSpPr>
        <p:spPr>
          <a:xfrm>
            <a:off x="4338218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3" name="KPI 2 detail"/>
          <p:cNvSpPr/>
          <p:nvPr/>
        </p:nvSpPr>
        <p:spPr>
          <a:xfrm>
            <a:off x="4338218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4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377440"/>
            <a:ext cx="3515258" cy="91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15" name="KPI 3 value"/>
          <p:cNvSpPr/>
          <p:nvPr/>
        </p:nvSpPr>
        <p:spPr>
          <a:xfrm>
            <a:off x="8127797" y="2560320"/>
            <a:ext cx="35152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6000" dirty="0"/>
          </a:p>
        </p:txBody>
      </p:sp>
      <p:sp>
        <p:nvSpPr>
          <p:cNvPr id="16" name="KPI 3 label"/>
          <p:cNvSpPr/>
          <p:nvPr/>
        </p:nvSpPr>
        <p:spPr>
          <a:xfrm>
            <a:off x="8127797" y="370332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7" name="KPI 3 detail"/>
          <p:cNvSpPr/>
          <p:nvPr/>
        </p:nvSpPr>
        <p:spPr>
          <a:xfrm>
            <a:off x="8127797" y="411480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keyfigure#1 &gt; KPI 1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KPI 1 value"/>
          <p:cNvSpPr/>
          <p:nvPr/>
        </p:nvSpPr>
        <p:spPr>
          <a:xfrm>
            <a:off x="822960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8" name="KPI 1 label"/>
          <p:cNvSpPr/>
          <p:nvPr/>
        </p:nvSpPr>
        <p:spPr>
          <a:xfrm>
            <a:off x="822960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9" name="KPI 1 detail"/>
          <p:cNvSpPr/>
          <p:nvPr/>
        </p:nvSpPr>
        <p:spPr>
          <a:xfrm>
            <a:off x="822960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0" name="keyfigure#2 &gt; KPI 2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79394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KPI 2 value"/>
          <p:cNvSpPr/>
          <p:nvPr/>
        </p:nvSpPr>
        <p:spPr>
          <a:xfrm>
            <a:off x="3653714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12" name="KPI 2 label"/>
          <p:cNvSpPr/>
          <p:nvPr/>
        </p:nvSpPr>
        <p:spPr>
          <a:xfrm>
            <a:off x="3653714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3" name="KPI 2 detail"/>
          <p:cNvSpPr/>
          <p:nvPr/>
        </p:nvSpPr>
        <p:spPr>
          <a:xfrm>
            <a:off x="3653714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4" name="keyfigure#3 &gt; KPI 3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0148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KPI 3 value"/>
          <p:cNvSpPr/>
          <p:nvPr/>
        </p:nvSpPr>
        <p:spPr>
          <a:xfrm>
            <a:off x="6484468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16" name="KPI 3 label"/>
          <p:cNvSpPr/>
          <p:nvPr/>
        </p:nvSpPr>
        <p:spPr>
          <a:xfrm>
            <a:off x="6484468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7" name="KPI 3 detail"/>
          <p:cNvSpPr/>
          <p:nvPr/>
        </p:nvSpPr>
        <p:spPr>
          <a:xfrm>
            <a:off x="6484468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18" name="keyfigure#4 &gt; KPI 4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40901" y="2103120"/>
            <a:ext cx="2602154" cy="3108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KPI 4 value"/>
          <p:cNvSpPr/>
          <p:nvPr/>
        </p:nvSpPr>
        <p:spPr>
          <a:xfrm>
            <a:off x="9315221" y="2377440"/>
            <a:ext cx="20535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4000" dirty="0"/>
          </a:p>
        </p:txBody>
      </p:sp>
      <p:sp>
        <p:nvSpPr>
          <p:cNvPr id="20" name="KPI 4 label"/>
          <p:cNvSpPr/>
          <p:nvPr/>
        </p:nvSpPr>
        <p:spPr>
          <a:xfrm>
            <a:off x="9315221" y="3246120"/>
            <a:ext cx="2053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21" name="KPI 4 detail"/>
          <p:cNvSpPr/>
          <p:nvPr/>
        </p:nvSpPr>
        <p:spPr>
          <a:xfrm>
            <a:off x="9315221" y="3657600"/>
            <a:ext cx="20535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Variation and reference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6596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KPI 1 value"/>
          <p:cNvSpPr/>
          <p:nvPr/>
        </p:nvSpPr>
        <p:spPr>
          <a:xfrm>
            <a:off x="548640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7" name="KPI 1 label"/>
          <p:cNvSpPr/>
          <p:nvPr/>
        </p:nvSpPr>
        <p:spPr>
          <a:xfrm>
            <a:off x="548640" y="288036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8" name="KPI 1 detail"/>
          <p:cNvSpPr/>
          <p:nvPr/>
        </p:nvSpPr>
        <p:spPr>
          <a:xfrm>
            <a:off x="548640" y="329184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9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196596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KPI 2 value"/>
          <p:cNvSpPr/>
          <p:nvPr/>
        </p:nvSpPr>
        <p:spPr>
          <a:xfrm>
            <a:off x="4338218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11" name="KPI 2 label"/>
          <p:cNvSpPr/>
          <p:nvPr/>
        </p:nvSpPr>
        <p:spPr>
          <a:xfrm>
            <a:off x="4338218" y="288036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2" name="KPI 2 detail"/>
          <p:cNvSpPr/>
          <p:nvPr/>
        </p:nvSpPr>
        <p:spPr>
          <a:xfrm>
            <a:off x="4338218" y="329184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3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196596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4" name="KPI 3 value"/>
          <p:cNvSpPr/>
          <p:nvPr/>
        </p:nvSpPr>
        <p:spPr>
          <a:xfrm>
            <a:off x="8127797" y="210312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15" name="KPI 3 label"/>
          <p:cNvSpPr/>
          <p:nvPr/>
        </p:nvSpPr>
        <p:spPr>
          <a:xfrm>
            <a:off x="8127797" y="288036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16" name="KPI 3 detail"/>
          <p:cNvSpPr/>
          <p:nvPr/>
        </p:nvSpPr>
        <p:spPr>
          <a:xfrm>
            <a:off x="8127797" y="329184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17" name="decoration#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6908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KPI 4 value"/>
          <p:cNvSpPr/>
          <p:nvPr/>
        </p:nvSpPr>
        <p:spPr>
          <a:xfrm>
            <a:off x="548640" y="420624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19" name="KPI 4 label"/>
          <p:cNvSpPr/>
          <p:nvPr/>
        </p:nvSpPr>
        <p:spPr>
          <a:xfrm>
            <a:off x="548640" y="49834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20" name="KPI 4 detail"/>
          <p:cNvSpPr/>
          <p:nvPr/>
        </p:nvSpPr>
        <p:spPr>
          <a:xfrm>
            <a:off x="548640" y="5394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1" name="decoration#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406908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2" name="KPI 5 value"/>
          <p:cNvSpPr/>
          <p:nvPr/>
        </p:nvSpPr>
        <p:spPr>
          <a:xfrm>
            <a:off x="4338218" y="420624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23" name="KPI 5 label"/>
          <p:cNvSpPr/>
          <p:nvPr/>
        </p:nvSpPr>
        <p:spPr>
          <a:xfrm>
            <a:off x="4338218" y="49834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24" name="KPI 5 detail"/>
          <p:cNvSpPr/>
          <p:nvPr/>
        </p:nvSpPr>
        <p:spPr>
          <a:xfrm>
            <a:off x="4338218" y="5394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5" name="decoration#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4069080"/>
            <a:ext cx="351525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6" name="KPI 6 value"/>
          <p:cNvSpPr/>
          <p:nvPr/>
        </p:nvSpPr>
        <p:spPr>
          <a:xfrm>
            <a:off x="8127797" y="4206240"/>
            <a:ext cx="35152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3600" dirty="0"/>
          </a:p>
        </p:txBody>
      </p:sp>
      <p:sp>
        <p:nvSpPr>
          <p:cNvPr id="27" name="KPI 6 label"/>
          <p:cNvSpPr/>
          <p:nvPr/>
        </p:nvSpPr>
        <p:spPr>
          <a:xfrm>
            <a:off x="8127797" y="49834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is measured</a:t>
            </a:r>
            <a:endParaRPr lang="en-US" sz="1400" dirty="0"/>
          </a:p>
        </p:txBody>
      </p:sp>
      <p:sp>
        <p:nvSpPr>
          <p:cNvPr id="28" name="KPI 6 detail"/>
          <p:cNvSpPr/>
          <p:nvPr/>
        </p:nvSpPr>
        <p:spPr>
          <a:xfrm>
            <a:off x="8127797" y="5394960"/>
            <a:ext cx="3515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Context, period or comparison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#1 &gt; Numb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777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5" name="Number"/>
          <p:cNvSpPr/>
          <p:nvPr/>
        </p:nvSpPr>
        <p:spPr>
          <a:xfrm>
            <a:off x="548640" y="29260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00</a:t>
            </a:r>
            <a:endParaRPr lang="en-US" sz="8800" dirty="0"/>
          </a:p>
        </p:txBody>
      </p:sp>
      <p:sp>
        <p:nvSpPr>
          <p:cNvPr id="6" name="Number caption"/>
          <p:cNvSpPr/>
          <p:nvPr/>
        </p:nvSpPr>
        <p:spPr>
          <a:xfrm>
            <a:off x="548640" y="4434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What the figure measures</a:t>
            </a:r>
            <a:endParaRPr lang="en-US" sz="1400" dirty="0"/>
          </a:p>
        </p:txBody>
      </p:sp>
      <p:sp>
        <p:nvSpPr>
          <p:cNvPr id="7" name="Breakdown label"/>
          <p:cNvSpPr/>
          <p:nvPr/>
        </p:nvSpPr>
        <p:spPr>
          <a:xfrm>
            <a:off x="5394960" y="14630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Breakdown</a:t>
            </a:r>
            <a:endParaRPr lang="en-US" sz="1000" dirty="0"/>
          </a:p>
        </p:txBody>
      </p:sp>
      <p:sp>
        <p:nvSpPr>
          <p:cNvPr id="8" name="Item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1874520"/>
            <a:ext cx="6245352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9" name="Item 1"/>
          <p:cNvSpPr/>
          <p:nvPr/>
        </p:nvSpPr>
        <p:spPr>
          <a:xfrm>
            <a:off x="5394960" y="2057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Component</a:t>
            </a:r>
            <a:endParaRPr lang="en-US" sz="1400" dirty="0"/>
          </a:p>
        </p:txBody>
      </p:sp>
      <p:sp>
        <p:nvSpPr>
          <p:cNvPr id="10" name="Item 1 value"/>
          <p:cNvSpPr/>
          <p:nvPr/>
        </p:nvSpPr>
        <p:spPr>
          <a:xfrm>
            <a:off x="9692640" y="201168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2400" dirty="0"/>
          </a:p>
        </p:txBody>
      </p:sp>
      <p:sp>
        <p:nvSpPr>
          <p:cNvPr id="11" name="Item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2880360"/>
            <a:ext cx="6245352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Item 2"/>
          <p:cNvSpPr/>
          <p:nvPr/>
        </p:nvSpPr>
        <p:spPr>
          <a:xfrm>
            <a:off x="5394960" y="3063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Component</a:t>
            </a:r>
            <a:endParaRPr lang="en-US" sz="1400" dirty="0"/>
          </a:p>
        </p:txBody>
      </p:sp>
      <p:sp>
        <p:nvSpPr>
          <p:cNvPr id="13" name="Item 2 value"/>
          <p:cNvSpPr/>
          <p:nvPr/>
        </p:nvSpPr>
        <p:spPr>
          <a:xfrm>
            <a:off x="9692640" y="301752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2400" dirty="0"/>
          </a:p>
        </p:txBody>
      </p:sp>
      <p:sp>
        <p:nvSpPr>
          <p:cNvPr id="14" name="Item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3886200"/>
            <a:ext cx="6245352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5" name="Item 3"/>
          <p:cNvSpPr/>
          <p:nvPr/>
        </p:nvSpPr>
        <p:spPr>
          <a:xfrm>
            <a:off x="5394960" y="40690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Component</a:t>
            </a:r>
            <a:endParaRPr lang="en-US" sz="1400" dirty="0"/>
          </a:p>
        </p:txBody>
      </p:sp>
      <p:sp>
        <p:nvSpPr>
          <p:cNvPr id="16" name="Item 3 value"/>
          <p:cNvSpPr/>
          <p:nvPr/>
        </p:nvSpPr>
        <p:spPr>
          <a:xfrm>
            <a:off x="9692640" y="402336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2400" dirty="0"/>
          </a:p>
        </p:txBody>
      </p:sp>
      <p:sp>
        <p:nvSpPr>
          <p:cNvPr id="17" name="Item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4960" y="4892040"/>
            <a:ext cx="6245352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Item 4"/>
          <p:cNvSpPr/>
          <p:nvPr/>
        </p:nvSpPr>
        <p:spPr>
          <a:xfrm>
            <a:off x="5394960" y="5074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Component</a:t>
            </a:r>
            <a:endParaRPr lang="en-US" sz="1400" dirty="0"/>
          </a:p>
        </p:txBody>
      </p:sp>
      <p:sp>
        <p:nvSpPr>
          <p:cNvPr id="19" name="Item 4 value"/>
          <p:cNvSpPr/>
          <p:nvPr/>
        </p:nvSpPr>
        <p:spPr>
          <a:xfrm>
            <a:off x="9692640" y="5029200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00</a:t>
            </a:r>
            <a:endParaRPr lang="en-US" sz="2400" dirty="0"/>
          </a:p>
        </p:txBody>
      </p:sp>
      <p:sp>
        <p:nvSpPr>
          <p:cNvPr id="20" name="Footer"/>
          <p:cNvSpPr/>
          <p:nvPr/>
        </p:nvSpPr>
        <p:spPr>
          <a:xfrm>
            <a:off x="539496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graphicFrame>
        <p:nvGraphicFramePr>
          <p:cNvPr id="4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Header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6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keaway label"/>
          <p:cNvSpPr/>
          <p:nvPr/>
        </p:nvSpPr>
        <p:spPr>
          <a:xfrm>
            <a:off x="8686800" y="20116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Takeaway</a:t>
            </a:r>
            <a:endParaRPr lang="en-US" sz="1000" dirty="0"/>
          </a:p>
        </p:txBody>
      </p:sp>
      <p:sp>
        <p:nvSpPr>
          <p:cNvPr id="7" name="Takeaway"/>
          <p:cNvSpPr/>
          <p:nvPr/>
        </p:nvSpPr>
        <p:spPr>
          <a:xfrm>
            <a:off x="8686800" y="2377440"/>
            <a:ext cx="2953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the table shows, in two or three lines</a:t>
            </a:r>
            <a:endParaRPr lang="en-US" sz="1600" dirty="0"/>
          </a:p>
        </p:txBody>
      </p:sp>
      <p:sp>
        <p:nvSpPr>
          <p:cNvPr id="8" name="Note"/>
          <p:cNvSpPr/>
          <p:nvPr/>
        </p:nvSpPr>
        <p:spPr>
          <a:xfrm>
            <a:off x="8686800" y="484632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and scope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graphicFrame>
        <p:nvGraphicFramePr>
          <p:cNvPr id="4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94560"/>
                <a:gridCol w="1463040"/>
                <a:gridCol w="149321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Owner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1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2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3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4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5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6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Row 7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endParaRPr lang="en-US" sz="11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rd#1 &gt; Option 1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5364328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Option 1 label"/>
          <p:cNvSpPr/>
          <p:nvPr/>
        </p:nvSpPr>
        <p:spPr>
          <a:xfrm>
            <a:off x="822960" y="22860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 A</a:t>
            </a:r>
            <a:endParaRPr lang="en-US" sz="1000" dirty="0"/>
          </a:p>
        </p:txBody>
      </p:sp>
      <p:sp>
        <p:nvSpPr>
          <p:cNvPr id="7" name="Option 1 name"/>
          <p:cNvSpPr/>
          <p:nvPr/>
        </p:nvSpPr>
        <p:spPr>
          <a:xfrm>
            <a:off x="822960" y="260604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8" name="Option 1 points"/>
          <p:cNvSpPr/>
          <p:nvPr/>
        </p:nvSpPr>
        <p:spPr>
          <a:xfrm>
            <a:off x="822960" y="34747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9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394960"/>
            <a:ext cx="481568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Option 1 verdict"/>
          <p:cNvSpPr/>
          <p:nvPr/>
        </p:nvSpPr>
        <p:spPr>
          <a:xfrm>
            <a:off x="822960" y="551383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11" name="card#2 &gt; Option 2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8728" y="2011680"/>
            <a:ext cx="5364328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Option 2 label"/>
          <p:cNvSpPr/>
          <p:nvPr/>
        </p:nvSpPr>
        <p:spPr>
          <a:xfrm>
            <a:off x="6553048" y="22860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 B</a:t>
            </a:r>
            <a:endParaRPr lang="en-US" sz="1000" dirty="0"/>
          </a:p>
        </p:txBody>
      </p:sp>
      <p:sp>
        <p:nvSpPr>
          <p:cNvPr id="13" name="Option 2 name"/>
          <p:cNvSpPr/>
          <p:nvPr/>
        </p:nvSpPr>
        <p:spPr>
          <a:xfrm>
            <a:off x="6553048" y="2606040"/>
            <a:ext cx="4815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14" name="Option 2 points"/>
          <p:cNvSpPr/>
          <p:nvPr/>
        </p:nvSpPr>
        <p:spPr>
          <a:xfrm>
            <a:off x="6553048" y="3474720"/>
            <a:ext cx="481568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15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3048" y="5394960"/>
            <a:ext cx="481568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6" name="Option 2 verdict"/>
          <p:cNvSpPr/>
          <p:nvPr/>
        </p:nvSpPr>
        <p:spPr>
          <a:xfrm>
            <a:off x="6553048" y="5513832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rd#1 &gt; Option 1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6766560" cy="4160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Option 1 label"/>
          <p:cNvSpPr/>
          <p:nvPr/>
        </p:nvSpPr>
        <p:spPr>
          <a:xfrm>
            <a:off x="822960" y="22860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Recommended</a:t>
            </a:r>
            <a:endParaRPr lang="en-US" sz="1000" dirty="0"/>
          </a:p>
        </p:txBody>
      </p:sp>
      <p:sp>
        <p:nvSpPr>
          <p:cNvPr id="7" name="Option 1 name"/>
          <p:cNvSpPr/>
          <p:nvPr/>
        </p:nvSpPr>
        <p:spPr>
          <a:xfrm>
            <a:off x="822960" y="26060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2200" dirty="0"/>
          </a:p>
        </p:txBody>
      </p:sp>
      <p:sp>
        <p:nvSpPr>
          <p:cNvPr id="8" name="Option 1 points"/>
          <p:cNvSpPr/>
          <p:nvPr/>
        </p:nvSpPr>
        <p:spPr>
          <a:xfrm>
            <a:off x="822960" y="347472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9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394960"/>
            <a:ext cx="6217920" cy="91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10" name="Option 1 verdict"/>
          <p:cNvSpPr/>
          <p:nvPr/>
        </p:nvSpPr>
        <p:spPr>
          <a:xfrm>
            <a:off x="822960" y="551383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11" name="card#2 &gt; Option 2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0" y="2011680"/>
            <a:ext cx="4053535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Option 2 label"/>
          <p:cNvSpPr/>
          <p:nvPr/>
        </p:nvSpPr>
        <p:spPr>
          <a:xfrm>
            <a:off x="7863840" y="228600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Alternative</a:t>
            </a:r>
            <a:endParaRPr lang="en-US" sz="1000" dirty="0"/>
          </a:p>
        </p:txBody>
      </p:sp>
      <p:sp>
        <p:nvSpPr>
          <p:cNvPr id="13" name="Option 2 name"/>
          <p:cNvSpPr/>
          <p:nvPr/>
        </p:nvSpPr>
        <p:spPr>
          <a:xfrm>
            <a:off x="7863840" y="2606040"/>
            <a:ext cx="3504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14" name="Option 2 points"/>
          <p:cNvSpPr/>
          <p:nvPr/>
        </p:nvSpPr>
        <p:spPr>
          <a:xfrm>
            <a:off x="7863840" y="347472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15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5394960"/>
            <a:ext cx="350489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6" name="Option 2 verdict"/>
          <p:cNvSpPr/>
          <p:nvPr/>
        </p:nvSpPr>
        <p:spPr>
          <a:xfrm>
            <a:off x="7863840" y="5513832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rd#1 &gt; Option 1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3515258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Option 1 label"/>
          <p:cNvSpPr/>
          <p:nvPr/>
        </p:nvSpPr>
        <p:spPr>
          <a:xfrm>
            <a:off x="822960" y="2286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 A</a:t>
            </a:r>
            <a:endParaRPr lang="en-US" sz="1000" dirty="0"/>
          </a:p>
        </p:txBody>
      </p:sp>
      <p:sp>
        <p:nvSpPr>
          <p:cNvPr id="7" name="Option 1 name"/>
          <p:cNvSpPr/>
          <p:nvPr/>
        </p:nvSpPr>
        <p:spPr>
          <a:xfrm>
            <a:off x="822960" y="26060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8" name="Option 1 points"/>
          <p:cNvSpPr/>
          <p:nvPr/>
        </p:nvSpPr>
        <p:spPr>
          <a:xfrm>
            <a:off x="822960" y="347472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9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5394960"/>
            <a:ext cx="296661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0" name="Option 1 verdict"/>
          <p:cNvSpPr/>
          <p:nvPr/>
        </p:nvSpPr>
        <p:spPr>
          <a:xfrm>
            <a:off x="822960" y="55138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11" name="card#2 &gt; Option 2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38218" y="2011680"/>
            <a:ext cx="3515258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Option 2 label"/>
          <p:cNvSpPr/>
          <p:nvPr/>
        </p:nvSpPr>
        <p:spPr>
          <a:xfrm>
            <a:off x="4612538" y="2286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 B</a:t>
            </a:r>
            <a:endParaRPr lang="en-US" sz="1000" dirty="0"/>
          </a:p>
        </p:txBody>
      </p:sp>
      <p:sp>
        <p:nvSpPr>
          <p:cNvPr id="13" name="Option 2 name"/>
          <p:cNvSpPr/>
          <p:nvPr/>
        </p:nvSpPr>
        <p:spPr>
          <a:xfrm>
            <a:off x="4612538" y="26060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14" name="Option 2 points"/>
          <p:cNvSpPr/>
          <p:nvPr/>
        </p:nvSpPr>
        <p:spPr>
          <a:xfrm>
            <a:off x="4612538" y="347472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15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2538" y="5394960"/>
            <a:ext cx="296661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6" name="Option 2 verdict"/>
          <p:cNvSpPr/>
          <p:nvPr/>
        </p:nvSpPr>
        <p:spPr>
          <a:xfrm>
            <a:off x="4612538" y="55138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17" name="card#3 &gt; Option 3 n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27797" y="2011680"/>
            <a:ext cx="3515258" cy="4160520"/>
          </a:xfrm>
          <a:prstGeom prst="rect">
            <a:avLst/>
          </a:prstGeom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8" name="Option 3 label"/>
          <p:cNvSpPr/>
          <p:nvPr/>
        </p:nvSpPr>
        <p:spPr>
          <a:xfrm>
            <a:off x="8402117" y="2286000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Option C</a:t>
            </a:r>
            <a:endParaRPr lang="en-US" sz="1000" dirty="0"/>
          </a:p>
        </p:txBody>
      </p:sp>
      <p:sp>
        <p:nvSpPr>
          <p:cNvPr id="19" name="Option 3 name"/>
          <p:cNvSpPr/>
          <p:nvPr/>
        </p:nvSpPr>
        <p:spPr>
          <a:xfrm>
            <a:off x="8402117" y="260604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Name of the option</a:t>
            </a:r>
            <a:endParaRPr lang="en-US" sz="1800" dirty="0"/>
          </a:p>
        </p:txBody>
      </p:sp>
      <p:sp>
        <p:nvSpPr>
          <p:cNvPr id="20" name="Option 3 points"/>
          <p:cNvSpPr/>
          <p:nvPr/>
        </p:nvSpPr>
        <p:spPr>
          <a:xfrm>
            <a:off x="8402117" y="3474720"/>
            <a:ext cx="29666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Characteristic</a:t>
            </a:r>
            <a:endParaRPr lang="en-US" sz="1400" dirty="0"/>
          </a:p>
        </p:txBody>
      </p:sp>
      <p:sp>
        <p:nvSpPr>
          <p:cNvPr id="21" name="decoration#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02117" y="5394960"/>
            <a:ext cx="2966618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2" name="Option 3 verdict"/>
          <p:cNvSpPr/>
          <p:nvPr/>
        </p:nvSpPr>
        <p:spPr>
          <a:xfrm>
            <a:off x="8402117" y="5513832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Verdict in one 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card#1 &gt; Left poin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5029200" cy="4160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Left label"/>
          <p:cNvSpPr/>
          <p:nvPr/>
        </p:nvSpPr>
        <p:spPr>
          <a:xfrm>
            <a:off x="868680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Today</a:t>
            </a:r>
            <a:endParaRPr lang="en-US" sz="1000" dirty="0"/>
          </a:p>
        </p:txBody>
      </p:sp>
      <p:sp>
        <p:nvSpPr>
          <p:cNvPr id="7" name="Left points"/>
          <p:cNvSpPr/>
          <p:nvPr/>
        </p:nvSpPr>
        <p:spPr>
          <a:xfrm>
            <a:off x="868680" y="269748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Current situation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Current situation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Current situation</a:t>
            </a:r>
            <a:endParaRPr lang="en-US" sz="1400" dirty="0"/>
          </a:p>
        </p:txBody>
      </p:sp>
      <p:sp>
        <p:nvSpPr>
          <p:cNvPr id="8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440" y="4069080"/>
            <a:ext cx="594360" cy="91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card#2 &gt; Right point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3855" y="2011680"/>
            <a:ext cx="5029200" cy="4160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Right label"/>
          <p:cNvSpPr/>
          <p:nvPr/>
        </p:nvSpPr>
        <p:spPr>
          <a:xfrm>
            <a:off x="6933895" y="2286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Tomorrow</a:t>
            </a:r>
            <a:endParaRPr lang="en-US" sz="1000" dirty="0"/>
          </a:p>
        </p:txBody>
      </p:sp>
      <p:sp>
        <p:nvSpPr>
          <p:cNvPr id="11" name="Right points"/>
          <p:cNvSpPr/>
          <p:nvPr/>
        </p:nvSpPr>
        <p:spPr>
          <a:xfrm>
            <a:off x="6933895" y="2697480"/>
            <a:ext cx="4389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Target situation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Target situation</a:t>
            </a:r>
            <a:endParaRPr lang="en-US" sz="1400" dirty="0"/>
          </a:p>
          <a:p>
            <a:pPr algn="l" marL="190500" indent="-1905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Target situation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 summary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011680"/>
            <a:ext cx="6766560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6" name="Number 1"/>
          <p:cNvSpPr/>
          <p:nvPr/>
        </p:nvSpPr>
        <p:spPr>
          <a:xfrm>
            <a:off x="548640" y="217627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1</a:t>
            </a:r>
            <a:endParaRPr lang="en-US" sz="2200" dirty="0"/>
          </a:p>
        </p:txBody>
      </p:sp>
      <p:sp>
        <p:nvSpPr>
          <p:cNvPr id="7" name="Point 1"/>
          <p:cNvSpPr/>
          <p:nvPr/>
        </p:nvSpPr>
        <p:spPr>
          <a:xfrm>
            <a:off x="1188720" y="219456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8" name="Point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35808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9" name="Number 2"/>
          <p:cNvSpPr/>
          <p:nvPr/>
        </p:nvSpPr>
        <p:spPr>
          <a:xfrm>
            <a:off x="548640" y="3200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endParaRPr lang="en-US" sz="2200" dirty="0"/>
          </a:p>
        </p:txBody>
      </p:sp>
      <p:sp>
        <p:nvSpPr>
          <p:cNvPr id="10" name="Point 2"/>
          <p:cNvSpPr/>
          <p:nvPr/>
        </p:nvSpPr>
        <p:spPr>
          <a:xfrm>
            <a:off x="1188720" y="321868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1" name="Point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59936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" name="Number 3"/>
          <p:cNvSpPr/>
          <p:nvPr/>
        </p:nvSpPr>
        <p:spPr>
          <a:xfrm>
            <a:off x="548640" y="42245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endParaRPr lang="en-US" sz="2200" dirty="0"/>
          </a:p>
        </p:txBody>
      </p:sp>
      <p:sp>
        <p:nvSpPr>
          <p:cNvPr id="13" name="Point 3"/>
          <p:cNvSpPr/>
          <p:nvPr/>
        </p:nvSpPr>
        <p:spPr>
          <a:xfrm>
            <a:off x="1188720" y="424281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4" name="Point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5084064"/>
            <a:ext cx="6766560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5" name="Number 4"/>
          <p:cNvSpPr/>
          <p:nvPr/>
        </p:nvSpPr>
        <p:spPr>
          <a:xfrm>
            <a:off x="548640" y="524865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>
                    <a:lumMod val="5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4</a:t>
            </a:r>
            <a:endParaRPr lang="en-US" sz="2200" dirty="0"/>
          </a:p>
        </p:txBody>
      </p:sp>
      <p:sp>
        <p:nvSpPr>
          <p:cNvPr id="16" name="Point 4"/>
          <p:cNvSpPr/>
          <p:nvPr/>
        </p:nvSpPr>
        <p:spPr>
          <a:xfrm>
            <a:off x="1188720" y="526694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point to remember</a:t>
            </a:r>
            <a:endParaRPr lang="en-US" sz="1400" dirty="0"/>
          </a:p>
        </p:txBody>
      </p:sp>
      <p:sp>
        <p:nvSpPr>
          <p:cNvPr id="17" name="callout#1 &gt; Decis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0" y="2011680"/>
            <a:ext cx="3779215" cy="4069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Decision label"/>
          <p:cNvSpPr/>
          <p:nvPr/>
        </p:nvSpPr>
        <p:spPr>
          <a:xfrm>
            <a:off x="818388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Decision requested</a:t>
            </a:r>
            <a:endParaRPr lang="en-US" sz="1000" dirty="0"/>
          </a:p>
        </p:txBody>
      </p:sp>
      <p:sp>
        <p:nvSpPr>
          <p:cNvPr id="19" name="Decision"/>
          <p:cNvSpPr/>
          <p:nvPr/>
        </p:nvSpPr>
        <p:spPr>
          <a:xfrm>
            <a:off x="8183880" y="269748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What we ask the audience to decide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Next steps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1572768"/>
            <a:ext cx="832081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that frames the slide</a:t>
            </a:r>
            <a:endParaRPr lang="en-US" sz="1600" dirty="0"/>
          </a:p>
        </p:txBody>
      </p:sp>
      <p:sp>
        <p:nvSpPr>
          <p:cNvPr id="5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88920"/>
            <a:ext cx="11094415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Step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79192"/>
            <a:ext cx="219456" cy="21945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8" name="Date 1"/>
          <p:cNvSpPr/>
          <p:nvPr/>
        </p:nvSpPr>
        <p:spPr>
          <a:xfrm>
            <a:off x="548640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9" name="Step 1"/>
          <p:cNvSpPr/>
          <p:nvPr/>
        </p:nvSpPr>
        <p:spPr>
          <a:xfrm>
            <a:off x="548640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0" name="Step 1 detail"/>
          <p:cNvSpPr/>
          <p:nvPr/>
        </p:nvSpPr>
        <p:spPr>
          <a:xfrm>
            <a:off x="548640" y="3931920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will be done</a:t>
            </a:r>
            <a:endParaRPr lang="en-US" sz="1200" dirty="0"/>
          </a:p>
        </p:txBody>
      </p:sp>
      <p:sp>
        <p:nvSpPr>
          <p:cNvPr id="11" name="Owner 1"/>
          <p:cNvSpPr/>
          <p:nvPr/>
        </p:nvSpPr>
        <p:spPr>
          <a:xfrm>
            <a:off x="548640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Owner</a:t>
            </a:r>
            <a:endParaRPr lang="en-US" sz="1000" dirty="0"/>
          </a:p>
        </p:txBody>
      </p:sp>
      <p:sp>
        <p:nvSpPr>
          <p:cNvPr id="12" name="Step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0824" y="2679192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3" name="Date 2"/>
          <p:cNvSpPr/>
          <p:nvPr/>
        </p:nvSpPr>
        <p:spPr>
          <a:xfrm>
            <a:off x="3390824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14" name="Step 2"/>
          <p:cNvSpPr/>
          <p:nvPr/>
        </p:nvSpPr>
        <p:spPr>
          <a:xfrm>
            <a:off x="3390824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5" name="Step 2 detail"/>
          <p:cNvSpPr/>
          <p:nvPr/>
        </p:nvSpPr>
        <p:spPr>
          <a:xfrm>
            <a:off x="3390824" y="3931920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will be done</a:t>
            </a:r>
            <a:endParaRPr lang="en-US" sz="1200" dirty="0"/>
          </a:p>
        </p:txBody>
      </p:sp>
      <p:sp>
        <p:nvSpPr>
          <p:cNvPr id="16" name="Owner 2"/>
          <p:cNvSpPr/>
          <p:nvPr/>
        </p:nvSpPr>
        <p:spPr>
          <a:xfrm>
            <a:off x="3390824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Owner</a:t>
            </a:r>
            <a:endParaRPr lang="en-US" sz="1000" dirty="0"/>
          </a:p>
        </p:txBody>
      </p:sp>
      <p:sp>
        <p:nvSpPr>
          <p:cNvPr id="17" name="Step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2679192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8" name="Date 3"/>
          <p:cNvSpPr/>
          <p:nvPr/>
        </p:nvSpPr>
        <p:spPr>
          <a:xfrm>
            <a:off x="6233008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19" name="Step 3"/>
          <p:cNvSpPr/>
          <p:nvPr/>
        </p:nvSpPr>
        <p:spPr>
          <a:xfrm>
            <a:off x="6233008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0" name="Step 3 detail"/>
          <p:cNvSpPr/>
          <p:nvPr/>
        </p:nvSpPr>
        <p:spPr>
          <a:xfrm>
            <a:off x="6233008" y="3931920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will be done</a:t>
            </a:r>
            <a:endParaRPr lang="en-US" sz="1200" dirty="0"/>
          </a:p>
        </p:txBody>
      </p:sp>
      <p:sp>
        <p:nvSpPr>
          <p:cNvPr id="21" name="Owner 3"/>
          <p:cNvSpPr/>
          <p:nvPr/>
        </p:nvSpPr>
        <p:spPr>
          <a:xfrm>
            <a:off x="6233008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Owner</a:t>
            </a:r>
            <a:endParaRPr lang="en-US" sz="1000" dirty="0"/>
          </a:p>
        </p:txBody>
      </p:sp>
      <p:sp>
        <p:nvSpPr>
          <p:cNvPr id="22" name="Step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191" y="2679192"/>
            <a:ext cx="219456" cy="219456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23" name="Date 4"/>
          <p:cNvSpPr/>
          <p:nvPr/>
        </p:nvSpPr>
        <p:spPr>
          <a:xfrm>
            <a:off x="9075191" y="21488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endParaRPr lang="en-US" sz="1000" dirty="0"/>
          </a:p>
        </p:txBody>
      </p:sp>
      <p:sp>
        <p:nvSpPr>
          <p:cNvPr id="24" name="Step 4"/>
          <p:cNvSpPr/>
          <p:nvPr/>
        </p:nvSpPr>
        <p:spPr>
          <a:xfrm>
            <a:off x="9075191" y="315468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5" name="Step 4 detail"/>
          <p:cNvSpPr/>
          <p:nvPr/>
        </p:nvSpPr>
        <p:spPr>
          <a:xfrm>
            <a:off x="9075191" y="3931920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will be done</a:t>
            </a:r>
            <a:endParaRPr lang="en-US" sz="1200" dirty="0"/>
          </a:p>
        </p:txBody>
      </p:sp>
      <p:sp>
        <p:nvSpPr>
          <p:cNvPr id="26" name="Owner 4"/>
          <p:cNvSpPr/>
          <p:nvPr/>
        </p:nvSpPr>
        <p:spPr>
          <a:xfrm>
            <a:off x="9075191" y="539496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Owner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1554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000" dirty="0"/>
          </a:p>
        </p:txBody>
      </p:sp>
      <p:sp>
        <p:nvSpPr>
          <p:cNvPr id="3" name="Subtitle"/>
          <p:cNvSpPr/>
          <p:nvPr/>
        </p:nvSpPr>
        <p:spPr>
          <a:xfrm>
            <a:off x="54864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Questions, discussion or call to action</a:t>
            </a:r>
            <a:endParaRPr lang="en-US" sz="1600" dirty="0"/>
          </a:p>
        </p:txBody>
      </p:sp>
      <p:sp>
        <p:nvSpPr>
          <p:cNvPr id="4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114800"/>
            <a:ext cx="11094415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Contact 1 name"/>
          <p:cNvSpPr/>
          <p:nvPr/>
        </p:nvSpPr>
        <p:spPr>
          <a:xfrm>
            <a:off x="548640" y="42976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6" name="Contact 1 role"/>
          <p:cNvSpPr/>
          <p:nvPr/>
        </p:nvSpPr>
        <p:spPr>
          <a:xfrm>
            <a:off x="548640" y="46634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7" name="Contact 1 details"/>
          <p:cNvSpPr/>
          <p:nvPr/>
        </p:nvSpPr>
        <p:spPr>
          <a:xfrm>
            <a:off x="548640" y="49834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Email or phone</a:t>
            </a:r>
            <a:endParaRPr lang="en-US" sz="1200" dirty="0"/>
          </a:p>
        </p:txBody>
      </p:sp>
      <p:sp>
        <p:nvSpPr>
          <p:cNvPr id="8" name="Contact 2 name"/>
          <p:cNvSpPr/>
          <p:nvPr/>
        </p:nvSpPr>
        <p:spPr>
          <a:xfrm>
            <a:off x="4338218" y="42976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9" name="Contact 2 role"/>
          <p:cNvSpPr/>
          <p:nvPr/>
        </p:nvSpPr>
        <p:spPr>
          <a:xfrm>
            <a:off x="4338218" y="46634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10" name="Contact 2 details"/>
          <p:cNvSpPr/>
          <p:nvPr/>
        </p:nvSpPr>
        <p:spPr>
          <a:xfrm>
            <a:off x="4338218" y="49834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Email or phone</a:t>
            </a:r>
            <a:endParaRPr lang="en-US" sz="1200" dirty="0"/>
          </a:p>
        </p:txBody>
      </p:sp>
      <p:sp>
        <p:nvSpPr>
          <p:cNvPr id="11" name="Contact 3 name"/>
          <p:cNvSpPr/>
          <p:nvPr/>
        </p:nvSpPr>
        <p:spPr>
          <a:xfrm>
            <a:off x="8127797" y="42976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Full name</a:t>
            </a:r>
            <a:endParaRPr lang="en-US" sz="1600" dirty="0"/>
          </a:p>
        </p:txBody>
      </p:sp>
      <p:sp>
        <p:nvSpPr>
          <p:cNvPr id="12" name="Contact 3 role"/>
          <p:cNvSpPr/>
          <p:nvPr/>
        </p:nvSpPr>
        <p:spPr>
          <a:xfrm>
            <a:off x="8127797" y="466344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Role</a:t>
            </a:r>
            <a:endParaRPr lang="en-US" sz="1200" dirty="0"/>
          </a:p>
        </p:txBody>
      </p:sp>
      <p:sp>
        <p:nvSpPr>
          <p:cNvPr id="13" name="Contact 3 details"/>
          <p:cNvSpPr/>
          <p:nvPr/>
        </p:nvSpPr>
        <p:spPr>
          <a:xfrm>
            <a:off x="8127797" y="4983480"/>
            <a:ext cx="3515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Email or phone</a:t>
            </a:r>
            <a:endParaRPr lang="en-US" sz="1200" dirty="0"/>
          </a:p>
        </p:txBody>
      </p:sp>
      <p:sp>
        <p:nvSpPr>
          <p:cNvPr id="1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keyfigure#1 &gt; Main valu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20240"/>
            <a:ext cx="4572000" cy="4251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ain value"/>
          <p:cNvSpPr/>
          <p:nvPr/>
        </p:nvSpPr>
        <p:spPr>
          <a:xfrm>
            <a:off x="868680" y="21945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00</a:t>
            </a:r>
            <a:endParaRPr lang="en-US" sz="7200" dirty="0"/>
          </a:p>
        </p:txBody>
      </p:sp>
      <p:sp>
        <p:nvSpPr>
          <p:cNvPr id="7" name="Main label"/>
          <p:cNvSpPr/>
          <p:nvPr/>
        </p:nvSpPr>
        <p:spPr>
          <a:xfrm>
            <a:off x="868680" y="36576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Main message of the grid</a:t>
            </a:r>
            <a:endParaRPr lang="en-US" sz="2000" dirty="0"/>
          </a:p>
        </p:txBody>
      </p:sp>
      <p:sp>
        <p:nvSpPr>
          <p:cNvPr id="8" name="Main detail"/>
          <p:cNvSpPr/>
          <p:nvPr/>
        </p:nvSpPr>
        <p:spPr>
          <a:xfrm>
            <a:off x="868680" y="4846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Short detail</a:t>
            </a:r>
            <a:endParaRPr lang="en-US" sz="1200" dirty="0"/>
          </a:p>
        </p:txBody>
      </p:sp>
      <p:sp>
        <p:nvSpPr>
          <p:cNvPr id="9" name="card#1 &gt; Tile 1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1920240"/>
            <a:ext cx="6293815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ile 1 heading"/>
          <p:cNvSpPr/>
          <p:nvPr/>
        </p:nvSpPr>
        <p:spPr>
          <a:xfrm>
            <a:off x="5623560" y="2148840"/>
            <a:ext cx="57451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1" name="Tile 1 body"/>
          <p:cNvSpPr/>
          <p:nvPr/>
        </p:nvSpPr>
        <p:spPr>
          <a:xfrm>
            <a:off x="5623560" y="2651760"/>
            <a:ext cx="57451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12" name="card#2 &gt; Tile 2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4160520"/>
            <a:ext cx="3008376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ile 2 heading"/>
          <p:cNvSpPr/>
          <p:nvPr/>
        </p:nvSpPr>
        <p:spPr>
          <a:xfrm>
            <a:off x="5623560" y="4389120"/>
            <a:ext cx="2459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4" name="Tile 2 body"/>
          <p:cNvSpPr/>
          <p:nvPr/>
        </p:nvSpPr>
        <p:spPr>
          <a:xfrm>
            <a:off x="5623560" y="4892040"/>
            <a:ext cx="24597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15" name="card#3 &gt; Tile 3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1936" y="4160520"/>
            <a:ext cx="3011119" cy="2011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ile 3 heading"/>
          <p:cNvSpPr/>
          <p:nvPr/>
        </p:nvSpPr>
        <p:spPr>
          <a:xfrm>
            <a:off x="8906256" y="4389120"/>
            <a:ext cx="24624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7" name="Tile 3 body"/>
          <p:cNvSpPr/>
          <p:nvPr/>
        </p:nvSpPr>
        <p:spPr>
          <a:xfrm>
            <a:off x="8906256" y="4892040"/>
            <a:ext cx="246247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Short text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panel#1 &gt; Band 1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74520"/>
            <a:ext cx="1219169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Band 1 label"/>
          <p:cNvSpPr/>
          <p:nvPr/>
        </p:nvSpPr>
        <p:spPr>
          <a:xfrm>
            <a:off x="5486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1</a:t>
            </a:r>
            <a:endParaRPr lang="en-US" sz="1000" dirty="0"/>
          </a:p>
        </p:txBody>
      </p:sp>
      <p:sp>
        <p:nvSpPr>
          <p:cNvPr id="7" name="Band 1 heading"/>
          <p:cNvSpPr/>
          <p:nvPr/>
        </p:nvSpPr>
        <p:spPr>
          <a:xfrm>
            <a:off x="3017520" y="2103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800" dirty="0"/>
          </a:p>
        </p:txBody>
      </p:sp>
      <p:sp>
        <p:nvSpPr>
          <p:cNvPr id="8" name="Band 1 body"/>
          <p:cNvSpPr/>
          <p:nvPr/>
        </p:nvSpPr>
        <p:spPr>
          <a:xfrm>
            <a:off x="6583680" y="213055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lines on this theme.</a:t>
            </a:r>
            <a:endParaRPr lang="en-US" sz="1400" dirty="0"/>
          </a:p>
        </p:txBody>
      </p:sp>
      <p:sp>
        <p:nvSpPr>
          <p:cNvPr id="9" name="Band 2 label"/>
          <p:cNvSpPr/>
          <p:nvPr/>
        </p:nvSpPr>
        <p:spPr>
          <a:xfrm>
            <a:off x="5486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2</a:t>
            </a:r>
            <a:endParaRPr lang="en-US" sz="1000" dirty="0"/>
          </a:p>
        </p:txBody>
      </p:sp>
      <p:sp>
        <p:nvSpPr>
          <p:cNvPr id="10" name="Band 2 heading"/>
          <p:cNvSpPr/>
          <p:nvPr/>
        </p:nvSpPr>
        <p:spPr>
          <a:xfrm>
            <a:off x="3017520" y="35661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800" dirty="0"/>
          </a:p>
        </p:txBody>
      </p:sp>
      <p:sp>
        <p:nvSpPr>
          <p:cNvPr id="11" name="Band 2 body"/>
          <p:cNvSpPr/>
          <p:nvPr/>
        </p:nvSpPr>
        <p:spPr>
          <a:xfrm>
            <a:off x="6583680" y="359359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lines on this theme.</a:t>
            </a:r>
            <a:endParaRPr lang="en-US" sz="1400" dirty="0"/>
          </a:p>
        </p:txBody>
      </p:sp>
      <p:sp>
        <p:nvSpPr>
          <p:cNvPr id="12" name="panel#2 &gt; Band 3 head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800600"/>
            <a:ext cx="12191695" cy="1463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Band 3 label"/>
          <p:cNvSpPr/>
          <p:nvPr/>
        </p:nvSpPr>
        <p:spPr>
          <a:xfrm>
            <a:off x="548640" y="5074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Theme 3</a:t>
            </a:r>
            <a:endParaRPr lang="en-US" sz="1000" dirty="0"/>
          </a:p>
        </p:txBody>
      </p:sp>
      <p:sp>
        <p:nvSpPr>
          <p:cNvPr id="14" name="Band 3 heading"/>
          <p:cNvSpPr/>
          <p:nvPr/>
        </p:nvSpPr>
        <p:spPr>
          <a:xfrm>
            <a:off x="3017520" y="5029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800" dirty="0"/>
          </a:p>
        </p:txBody>
      </p:sp>
      <p:sp>
        <p:nvSpPr>
          <p:cNvPr id="15" name="Band 3 body"/>
          <p:cNvSpPr/>
          <p:nvPr/>
        </p:nvSpPr>
        <p:spPr>
          <a:xfrm>
            <a:off x="6583680" y="5056632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Two lines on this theme.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514600"/>
            <a:ext cx="11094415" cy="91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Act 1 titl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331720"/>
            <a:ext cx="36576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7" name="Act 1 label"/>
          <p:cNvSpPr/>
          <p:nvPr/>
        </p:nvSpPr>
        <p:spPr>
          <a:xfrm>
            <a:off x="1051560" y="23774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 1</a:t>
            </a:r>
            <a:endParaRPr lang="en-US" sz="1000" dirty="0"/>
          </a:p>
        </p:txBody>
      </p:sp>
      <p:sp>
        <p:nvSpPr>
          <p:cNvPr id="8" name="Act 1 title"/>
          <p:cNvSpPr/>
          <p:nvPr/>
        </p:nvSpPr>
        <p:spPr>
          <a:xfrm>
            <a:off x="548640" y="2971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 title</a:t>
            </a:r>
            <a:endParaRPr lang="en-US" sz="1800" dirty="0"/>
          </a:p>
        </p:txBody>
      </p:sp>
      <p:sp>
        <p:nvSpPr>
          <p:cNvPr id="9" name="Act 1 body"/>
          <p:cNvSpPr/>
          <p:nvPr/>
        </p:nvSpPr>
        <p:spPr>
          <a:xfrm>
            <a:off x="548640" y="3749040"/>
            <a:ext cx="2567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happens in this act.</a:t>
            </a:r>
            <a:endParaRPr lang="en-US" sz="1400" dirty="0"/>
          </a:p>
        </p:txBody>
      </p:sp>
      <p:sp>
        <p:nvSpPr>
          <p:cNvPr id="10" name="Act 2 titl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90824" y="2331720"/>
            <a:ext cx="36576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1" name="Act 2 label"/>
          <p:cNvSpPr/>
          <p:nvPr/>
        </p:nvSpPr>
        <p:spPr>
          <a:xfrm>
            <a:off x="3893744" y="23774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 2</a:t>
            </a:r>
            <a:endParaRPr lang="en-US" sz="1000" dirty="0"/>
          </a:p>
        </p:txBody>
      </p:sp>
      <p:sp>
        <p:nvSpPr>
          <p:cNvPr id="12" name="Act 2 title"/>
          <p:cNvSpPr/>
          <p:nvPr/>
        </p:nvSpPr>
        <p:spPr>
          <a:xfrm>
            <a:off x="3390824" y="2971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 title</a:t>
            </a:r>
            <a:endParaRPr lang="en-US" sz="1800" dirty="0"/>
          </a:p>
        </p:txBody>
      </p:sp>
      <p:sp>
        <p:nvSpPr>
          <p:cNvPr id="13" name="Act 2 body"/>
          <p:cNvSpPr/>
          <p:nvPr/>
        </p:nvSpPr>
        <p:spPr>
          <a:xfrm>
            <a:off x="3390824" y="3749040"/>
            <a:ext cx="2567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happens in this act.</a:t>
            </a:r>
            <a:endParaRPr lang="en-US" sz="1400" dirty="0"/>
          </a:p>
        </p:txBody>
      </p:sp>
      <p:sp>
        <p:nvSpPr>
          <p:cNvPr id="14" name="Act 3 titl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8" y="2331720"/>
            <a:ext cx="365760" cy="365760"/>
          </a:xfrm>
          <a:prstGeom prst="rect">
            <a:avLst/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5" name="Act 3 label"/>
          <p:cNvSpPr/>
          <p:nvPr/>
        </p:nvSpPr>
        <p:spPr>
          <a:xfrm>
            <a:off x="6735928" y="23774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 3</a:t>
            </a:r>
            <a:endParaRPr lang="en-US" sz="1000" dirty="0"/>
          </a:p>
        </p:txBody>
      </p:sp>
      <p:sp>
        <p:nvSpPr>
          <p:cNvPr id="16" name="Act 3 title"/>
          <p:cNvSpPr/>
          <p:nvPr/>
        </p:nvSpPr>
        <p:spPr>
          <a:xfrm>
            <a:off x="6233008" y="2971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 title</a:t>
            </a:r>
            <a:endParaRPr lang="en-US" sz="1800" dirty="0"/>
          </a:p>
        </p:txBody>
      </p:sp>
      <p:sp>
        <p:nvSpPr>
          <p:cNvPr id="17" name="Act 3 body"/>
          <p:cNvSpPr/>
          <p:nvPr/>
        </p:nvSpPr>
        <p:spPr>
          <a:xfrm>
            <a:off x="6233008" y="3749040"/>
            <a:ext cx="2567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happens in this act.</a:t>
            </a:r>
            <a:endParaRPr lang="en-US" sz="1400" dirty="0"/>
          </a:p>
        </p:txBody>
      </p:sp>
      <p:sp>
        <p:nvSpPr>
          <p:cNvPr id="18" name="Act 4 title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75191" y="2331720"/>
            <a:ext cx="365760" cy="365760"/>
          </a:xfrm>
          <a:prstGeom prst="rect">
            <a:avLst/>
          </a:prstGeom>
          <a:solidFill>
            <a:schemeClr val="tx1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19" name="Act 4 label"/>
          <p:cNvSpPr/>
          <p:nvPr/>
        </p:nvSpPr>
        <p:spPr>
          <a:xfrm>
            <a:off x="9578111" y="2377440"/>
            <a:ext cx="206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 4</a:t>
            </a:r>
            <a:endParaRPr lang="en-US" sz="1000" dirty="0"/>
          </a:p>
        </p:txBody>
      </p:sp>
      <p:sp>
        <p:nvSpPr>
          <p:cNvPr id="20" name="Act 4 title"/>
          <p:cNvSpPr/>
          <p:nvPr/>
        </p:nvSpPr>
        <p:spPr>
          <a:xfrm>
            <a:off x="9075191" y="2971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Act title</a:t>
            </a:r>
            <a:endParaRPr lang="en-US" sz="1800" dirty="0"/>
          </a:p>
        </p:txBody>
      </p:sp>
      <p:sp>
        <p:nvSpPr>
          <p:cNvPr id="21" name="Act 4 body"/>
          <p:cNvSpPr/>
          <p:nvPr/>
        </p:nvSpPr>
        <p:spPr>
          <a:xfrm>
            <a:off x="9075191" y="3749040"/>
            <a:ext cx="2567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What happens in this 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#1 &gt; Tit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Kicker"/>
          <p:cNvSpPr/>
          <p:nvPr/>
        </p:nvSpPr>
        <p:spPr>
          <a:xfrm>
            <a:off x="548640" y="548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4" name="Title"/>
          <p:cNvSpPr/>
          <p:nvPr/>
        </p:nvSpPr>
        <p:spPr>
          <a:xfrm>
            <a:off x="548640" y="91440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5" name="Subtitle"/>
          <p:cNvSpPr/>
          <p:nvPr/>
        </p:nvSpPr>
        <p:spPr>
          <a:xfrm>
            <a:off x="548640" y="34747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+mn-lt"/>
                <a:ea typeface="+mn-ea"/>
                <a:cs typeface="+mn-cs"/>
              </a:rPr>
              <a:t>Framing line</a:t>
            </a:r>
            <a:endParaRPr lang="en-US" sz="1600" dirty="0"/>
          </a:p>
        </p:txBody>
      </p:sp>
      <p:sp>
        <p:nvSpPr>
          <p:cNvPr id="6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914400"/>
            <a:ext cx="330692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7" name="Heading 1"/>
          <p:cNvSpPr/>
          <p:nvPr/>
        </p:nvSpPr>
        <p:spPr>
          <a:xfrm>
            <a:off x="4572000" y="1051560"/>
            <a:ext cx="330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8" name="Body 1"/>
          <p:cNvSpPr/>
          <p:nvPr/>
        </p:nvSpPr>
        <p:spPr>
          <a:xfrm>
            <a:off x="4572000" y="1600200"/>
            <a:ext cx="33069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Text for this column.</a:t>
            </a:r>
            <a:endParaRPr lang="en-US" sz="1400" dirty="0"/>
          </a:p>
        </p:txBody>
      </p:sp>
      <p:sp>
        <p:nvSpPr>
          <p:cNvPr id="9" name="decoration#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36128" y="914400"/>
            <a:ext cx="3306928" cy="91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10" name="Heading 2"/>
          <p:cNvSpPr/>
          <p:nvPr/>
        </p:nvSpPr>
        <p:spPr>
          <a:xfrm>
            <a:off x="8336128" y="1051560"/>
            <a:ext cx="330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Heading</a:t>
            </a:r>
            <a:endParaRPr lang="en-US" sz="1600" dirty="0"/>
          </a:p>
        </p:txBody>
      </p:sp>
      <p:sp>
        <p:nvSpPr>
          <p:cNvPr id="11" name="Body 2"/>
          <p:cNvSpPr/>
          <p:nvPr/>
        </p:nvSpPr>
        <p:spPr>
          <a:xfrm>
            <a:off x="8336128" y="1600200"/>
            <a:ext cx="33069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Text for this column.</a:t>
            </a:r>
            <a:endParaRPr lang="en-US" sz="1400" dirty="0"/>
          </a:p>
        </p:txBody>
      </p:sp>
      <p:sp>
        <p:nvSpPr>
          <p:cNvPr id="12" name="Footer"/>
          <p:cNvSpPr/>
          <p:nvPr/>
        </p:nvSpPr>
        <p:spPr>
          <a:xfrm>
            <a:off x="457200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b="1" spc="100" kern="0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Section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548640" y="77724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Slide title states the takeaway</a:t>
            </a:r>
            <a:endParaRPr lang="en-US" sz="2600" dirty="0"/>
          </a:p>
        </p:txBody>
      </p:sp>
      <p:sp>
        <p:nvSpPr>
          <p:cNvPr id="4" name="Subtitle"/>
          <p:cNvSpPr/>
          <p:nvPr/>
        </p:nvSpPr>
        <p:spPr>
          <a:xfrm>
            <a:off x="548640" y="2743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Framing line</a:t>
            </a:r>
            <a:endParaRPr lang="en-US" sz="1600" dirty="0"/>
          </a:p>
        </p:txBody>
      </p:sp>
      <p:sp>
        <p:nvSpPr>
          <p:cNvPr id="5" name="decoration#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7800" y="822960"/>
            <a:ext cx="91" cy="5120640"/>
          </a:xfrm>
          <a:prstGeom prst="line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6" name="Step 1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74980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Step 1 number"/>
          <p:cNvSpPr/>
          <p:nvPr/>
        </p:nvSpPr>
        <p:spPr>
          <a:xfrm>
            <a:off x="5029200" y="749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1</a:t>
            </a:r>
            <a:endParaRPr lang="en-US" sz="1400" dirty="0"/>
          </a:p>
        </p:txBody>
      </p:sp>
      <p:sp>
        <p:nvSpPr>
          <p:cNvPr id="8" name="Step 1"/>
          <p:cNvSpPr/>
          <p:nvPr/>
        </p:nvSpPr>
        <p:spPr>
          <a:xfrm>
            <a:off x="5806440" y="7315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9" name="Step 1 detail"/>
          <p:cNvSpPr/>
          <p:nvPr/>
        </p:nvSpPr>
        <p:spPr>
          <a:xfrm>
            <a:off x="580644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0" name="Step 2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184708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Step 2 number"/>
          <p:cNvSpPr/>
          <p:nvPr/>
        </p:nvSpPr>
        <p:spPr>
          <a:xfrm>
            <a:off x="5029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2</a:t>
            </a:r>
            <a:endParaRPr lang="en-US" sz="1400" dirty="0"/>
          </a:p>
        </p:txBody>
      </p:sp>
      <p:sp>
        <p:nvSpPr>
          <p:cNvPr id="12" name="Step 2"/>
          <p:cNvSpPr/>
          <p:nvPr/>
        </p:nvSpPr>
        <p:spPr>
          <a:xfrm>
            <a:off x="5806440" y="18288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3" name="Step 2 detail"/>
          <p:cNvSpPr/>
          <p:nvPr/>
        </p:nvSpPr>
        <p:spPr>
          <a:xfrm>
            <a:off x="5806440" y="2240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4" name="Step 3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94436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Step 3 number"/>
          <p:cNvSpPr/>
          <p:nvPr/>
        </p:nvSpPr>
        <p:spPr>
          <a:xfrm>
            <a:off x="50292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3</a:t>
            </a:r>
            <a:endParaRPr lang="en-US" sz="1400" dirty="0"/>
          </a:p>
        </p:txBody>
      </p:sp>
      <p:sp>
        <p:nvSpPr>
          <p:cNvPr id="16" name="Step 3"/>
          <p:cNvSpPr/>
          <p:nvPr/>
        </p:nvSpPr>
        <p:spPr>
          <a:xfrm>
            <a:off x="5806440" y="29260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17" name="Step 3 detail"/>
          <p:cNvSpPr/>
          <p:nvPr/>
        </p:nvSpPr>
        <p:spPr>
          <a:xfrm>
            <a:off x="5806440" y="33375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18" name="Step 4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40416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Step 4 number"/>
          <p:cNvSpPr/>
          <p:nvPr/>
        </p:nvSpPr>
        <p:spPr>
          <a:xfrm>
            <a:off x="502920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4</a:t>
            </a:r>
            <a:endParaRPr lang="en-US" sz="1400" dirty="0"/>
          </a:p>
        </p:txBody>
      </p:sp>
      <p:sp>
        <p:nvSpPr>
          <p:cNvPr id="20" name="Step 4"/>
          <p:cNvSpPr/>
          <p:nvPr/>
        </p:nvSpPr>
        <p:spPr>
          <a:xfrm>
            <a:off x="5806440" y="40233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1" name="Step 4 detail"/>
          <p:cNvSpPr/>
          <p:nvPr/>
        </p:nvSpPr>
        <p:spPr>
          <a:xfrm>
            <a:off x="5806440" y="44348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22" name="Step 5 mar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5138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Step 5 number"/>
          <p:cNvSpPr/>
          <p:nvPr/>
        </p:nvSpPr>
        <p:spPr>
          <a:xfrm>
            <a:off x="502920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5</a:t>
            </a:r>
            <a:endParaRPr lang="en-US" sz="1400" dirty="0"/>
          </a:p>
        </p:txBody>
      </p:sp>
      <p:sp>
        <p:nvSpPr>
          <p:cNvPr id="24" name="Step 5"/>
          <p:cNvSpPr/>
          <p:nvPr/>
        </p:nvSpPr>
        <p:spPr>
          <a:xfrm>
            <a:off x="5806440" y="51206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Step</a:t>
            </a:r>
            <a:endParaRPr lang="en-US" sz="1600" dirty="0"/>
          </a:p>
        </p:txBody>
      </p:sp>
      <p:sp>
        <p:nvSpPr>
          <p:cNvPr id="25" name="Step 5 detail"/>
          <p:cNvSpPr/>
          <p:nvPr/>
        </p:nvSpPr>
        <p:spPr>
          <a:xfrm>
            <a:off x="5806440" y="55321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One line of detail</a:t>
            </a:r>
            <a:endParaRPr lang="en-US" sz="1200" dirty="0"/>
          </a:p>
        </p:txBody>
      </p:sp>
      <p:sp>
        <p:nvSpPr>
          <p:cNvPr id="26" name="Footer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Source or confidentiality note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000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layouts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